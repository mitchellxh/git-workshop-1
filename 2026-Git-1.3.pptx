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72" r:id="rId4"/>
    <p:sldId id="270" r:id="rId5"/>
    <p:sldId id="274" r:id="rId6"/>
    <p:sldId id="273" r:id="rId7"/>
    <p:sldId id="276" r:id="rId8"/>
    <p:sldId id="275" r:id="rId9"/>
    <p:sldId id="277" r:id="rId10"/>
    <p:sldId id="265" r:id="rId11"/>
    <p:sldId id="278" r:id="rId12"/>
    <p:sldId id="279" r:id="rId13"/>
    <p:sldId id="263" r:id="rId14"/>
    <p:sldId id="281" r:id="rId15"/>
    <p:sldId id="282" r:id="rId16"/>
    <p:sldId id="283" r:id="rId17"/>
    <p:sldId id="284" r:id="rId18"/>
    <p:sldId id="286" r:id="rId19"/>
    <p:sldId id="287" r:id="rId20"/>
    <p:sldId id="285" r:id="rId21"/>
    <p:sldId id="288" r:id="rId22"/>
    <p:sldId id="290" r:id="rId23"/>
    <p:sldId id="289" r:id="rId24"/>
    <p:sldId id="291" r:id="rId25"/>
    <p:sldId id="307" r:id="rId26"/>
    <p:sldId id="308" r:id="rId27"/>
    <p:sldId id="309" r:id="rId28"/>
    <p:sldId id="292" r:id="rId29"/>
    <p:sldId id="267" r:id="rId30"/>
    <p:sldId id="293" r:id="rId31"/>
    <p:sldId id="295" r:id="rId32"/>
    <p:sldId id="310" r:id="rId33"/>
    <p:sldId id="311" r:id="rId34"/>
    <p:sldId id="312" r:id="rId35"/>
    <p:sldId id="313" r:id="rId36"/>
    <p:sldId id="296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1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AEAE"/>
    <a:srgbClr val="E69EDD"/>
    <a:srgbClr val="F2AA84"/>
    <a:srgbClr val="E0C32A"/>
    <a:srgbClr val="FC177F"/>
    <a:srgbClr val="6749B4"/>
    <a:srgbClr val="FFCAB9"/>
    <a:srgbClr val="D5E2FF"/>
    <a:srgbClr val="FAFFD9"/>
    <a:srgbClr val="FF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78" autoAdjust="0"/>
    <p:restoredTop sz="94660"/>
  </p:normalViewPr>
  <p:slideViewPr>
    <p:cSldViewPr snapToGrid="0">
      <p:cViewPr>
        <p:scale>
          <a:sx n="114" d="100"/>
          <a:sy n="114" d="100"/>
        </p:scale>
        <p:origin x="90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github.com/mitchellxh/git-workshop-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9.svg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12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9.svg"/><Relationship Id="rId15" Type="http://schemas.openxmlformats.org/officeDocument/2006/relationships/image" Target="../media/image12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7.svg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.png"/><Relationship Id="rId18" Type="http://schemas.openxmlformats.org/officeDocument/2006/relationships/image" Target="../media/image12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12" Type="http://schemas.openxmlformats.org/officeDocument/2006/relationships/image" Target="../media/image14.png"/><Relationship Id="rId17" Type="http://schemas.openxmlformats.org/officeDocument/2006/relationships/image" Target="../media/image11.png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9.sv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7.svg"/><Relationship Id="rId1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7.png"/><Relationship Id="rId18" Type="http://schemas.openxmlformats.org/officeDocument/2006/relationships/image" Target="../media/image16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12" Type="http://schemas.openxmlformats.org/officeDocument/2006/relationships/image" Target="../media/image15.png"/><Relationship Id="rId17" Type="http://schemas.openxmlformats.org/officeDocument/2006/relationships/image" Target="../media/image12.png"/><Relationship Id="rId2" Type="http://schemas.openxmlformats.org/officeDocument/2006/relationships/image" Target="../media/image3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9.svg"/><Relationship Id="rId1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7.sv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hyperlink" Target="https://github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0.svg"/><Relationship Id="rId10" Type="http://schemas.openxmlformats.org/officeDocument/2006/relationships/image" Target="../media/image22.svg"/><Relationship Id="rId4" Type="http://schemas.openxmlformats.org/officeDocument/2006/relationships/image" Target="../media/image19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0.sv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0.sv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0.sv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18" Type="http://schemas.openxmlformats.org/officeDocument/2006/relationships/image" Target="../media/image33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2.png"/><Relationship Id="rId2" Type="http://schemas.openxmlformats.org/officeDocument/2006/relationships/image" Target="../media/image3.png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0.svg"/><Relationship Id="rId15" Type="http://schemas.openxmlformats.org/officeDocument/2006/relationships/image" Target="../media/image30.pn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18" Type="http://schemas.openxmlformats.org/officeDocument/2006/relationships/image" Target="../media/image33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2.png"/><Relationship Id="rId2" Type="http://schemas.openxmlformats.org/officeDocument/2006/relationships/image" Target="../media/image3.png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0.svg"/><Relationship Id="rId15" Type="http://schemas.openxmlformats.org/officeDocument/2006/relationships/image" Target="../media/image30.pn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18" Type="http://schemas.openxmlformats.org/officeDocument/2006/relationships/image" Target="../media/image33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2.png"/><Relationship Id="rId2" Type="http://schemas.openxmlformats.org/officeDocument/2006/relationships/image" Target="../media/image3.png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0.svg"/><Relationship Id="rId15" Type="http://schemas.openxmlformats.org/officeDocument/2006/relationships/image" Target="../media/image30.pn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35.png"/><Relationship Id="rId1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18" Type="http://schemas.openxmlformats.org/officeDocument/2006/relationships/image" Target="../media/image40.png"/><Relationship Id="rId3" Type="http://schemas.microsoft.com/office/2007/relationships/hdphoto" Target="../media/hdphoto1.wdp"/><Relationship Id="rId21" Type="http://schemas.openxmlformats.org/officeDocument/2006/relationships/image" Target="../media/image43.png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17" Type="http://schemas.openxmlformats.org/officeDocument/2006/relationships/image" Target="../media/image39.png"/><Relationship Id="rId2" Type="http://schemas.openxmlformats.org/officeDocument/2006/relationships/image" Target="../media/image3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5" Type="http://schemas.openxmlformats.org/officeDocument/2006/relationships/image" Target="../media/image37.png"/><Relationship Id="rId10" Type="http://schemas.openxmlformats.org/officeDocument/2006/relationships/image" Target="../media/image21.png"/><Relationship Id="rId19" Type="http://schemas.openxmlformats.org/officeDocument/2006/relationships/image" Target="../media/image41.png"/><Relationship Id="rId4" Type="http://schemas.openxmlformats.org/officeDocument/2006/relationships/image" Target="../media/image19.png"/><Relationship Id="rId9" Type="http://schemas.openxmlformats.org/officeDocument/2006/relationships/image" Target="../media/image35.png"/><Relationship Id="rId1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45.png"/><Relationship Id="rId1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48.png"/><Relationship Id="rId1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48.png"/><Relationship Id="rId1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48.png"/><Relationship Id="rId1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environmental-data-science/envdatasci" TargetMode="External"/><Relationship Id="rId3" Type="http://schemas.microsoft.com/office/2007/relationships/hdphoto" Target="../media/hdphoto1.wdp"/><Relationship Id="rId7" Type="http://schemas.openxmlformats.org/officeDocument/2006/relationships/hyperlink" Target="https://github.com/HallLab/pandas-genomic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fsc-gap-products/coldpool" TargetMode="External"/><Relationship Id="rId11" Type="http://schemas.openxmlformats.org/officeDocument/2006/relationships/hyperlink" Target="https://jaebird123.github.io/" TargetMode="External"/><Relationship Id="rId5" Type="http://schemas.openxmlformats.org/officeDocument/2006/relationships/hyperlink" Target="https://github.com/CDCgov/EPHTrackR" TargetMode="External"/><Relationship Id="rId10" Type="http://schemas.openxmlformats.org/officeDocument/2006/relationships/hyperlink" Target="https://academicpages.github.io/?utm_source=chatgpt.com" TargetMode="External"/><Relationship Id="rId4" Type="http://schemas.openxmlformats.org/officeDocument/2006/relationships/hyperlink" Target="https://github.com/ptaconet/modisfast" TargetMode="External"/><Relationship Id="rId9" Type="http://schemas.openxmlformats.org/officeDocument/2006/relationships/hyperlink" Target="https://andrewmarx.github.io/ecodata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" TargetMode="Externa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github.com/mitchellxh/git-workshop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C35E3-E5F2-BA7A-0BC1-39C53E1B4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3AEF853-5F16-A3B0-9F36-B1A9286D625D}"/>
              </a:ext>
            </a:extLst>
          </p:cNvPr>
          <p:cNvGrpSpPr/>
          <p:nvPr/>
        </p:nvGrpSpPr>
        <p:grpSpPr>
          <a:xfrm>
            <a:off x="2077977" y="1"/>
            <a:ext cx="7916280" cy="5323819"/>
            <a:chOff x="-68025" y="-12964"/>
            <a:chExt cx="1675988" cy="986566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A33862CC-78A8-B02E-93BC-BCE8B6D3ABCC}"/>
                </a:ext>
              </a:extLst>
            </p:cNvPr>
            <p:cNvSpPr/>
            <p:nvPr/>
          </p:nvSpPr>
          <p:spPr>
            <a:xfrm>
              <a:off x="-68025" y="-12964"/>
              <a:ext cx="1675988" cy="986566"/>
            </a:xfrm>
            <a:custGeom>
              <a:avLst/>
              <a:gdLst/>
              <a:ahLst/>
              <a:cxnLst/>
              <a:rect l="l" t="t" r="r" b="b"/>
              <a:pathLst>
                <a:path w="1675988" h="986566">
                  <a:moveTo>
                    <a:pt x="0" y="0"/>
                  </a:moveTo>
                  <a:lnTo>
                    <a:pt x="1675988" y="0"/>
                  </a:lnTo>
                  <a:lnTo>
                    <a:pt x="1675988" y="986566"/>
                  </a:lnTo>
                  <a:lnTo>
                    <a:pt x="0" y="986566"/>
                  </a:lnTo>
                  <a:close/>
                </a:path>
              </a:pathLst>
            </a:custGeom>
            <a:blipFill>
              <a:blip r:embed="rId2"/>
              <a:stretch>
                <a:fillRect l="-97" r="-97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96478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92956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689433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585911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482389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78867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275344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171822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0973532F-ECDB-F1F1-8535-6176E87A1238}"/>
              </a:ext>
            </a:extLst>
          </p:cNvPr>
          <p:cNvSpPr txBox="1"/>
          <p:nvPr/>
        </p:nvSpPr>
        <p:spPr>
          <a:xfrm>
            <a:off x="1802715" y="5081857"/>
            <a:ext cx="9412632" cy="484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23"/>
              </a:lnSpc>
            </a:pPr>
            <a:r>
              <a:rPr lang="en-US" sz="6600" b="1" dirty="0">
                <a:solidFill>
                  <a:srgbClr val="00356B"/>
                </a:solidFill>
                <a:latin typeface="Gautami"/>
                <a:ea typeface="Sans Serif Collection"/>
                <a:cs typeface="Gautami"/>
                <a:sym typeface="Agrandir Narrow Heavy"/>
              </a:rPr>
              <a:t>GitHub Workshop</a:t>
            </a:r>
            <a:endParaRPr lang="en-US" sz="6600" b="1" dirty="0">
              <a:solidFill>
                <a:srgbClr val="00356B"/>
              </a:solidFill>
              <a:latin typeface="Gautami"/>
              <a:ea typeface="Sans Serif Collection"/>
              <a:cs typeface="Gautam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925BF2-A03C-8823-D033-8D4ED501A0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8" t="10181" r="31279" b="73571"/>
          <a:stretch>
            <a:fillRect/>
          </a:stretch>
        </p:blipFill>
        <p:spPr>
          <a:xfrm>
            <a:off x="4993870" y="2104392"/>
            <a:ext cx="2047442" cy="14591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05F294-AC32-B80A-175D-6843ED62B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07FC96F7-B497-BD1F-53A1-9814CB61DA71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15284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EADB4-538B-AE0A-5B7F-F0641D27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B3D9AA-E8FF-5E68-54A5-913A16D8F978}"/>
              </a:ext>
            </a:extLst>
          </p:cNvPr>
          <p:cNvSpPr txBox="1"/>
          <p:nvPr/>
        </p:nvSpPr>
        <p:spPr>
          <a:xfrm>
            <a:off x="458110" y="987903"/>
            <a:ext cx="10926415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Who? </a:t>
            </a: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Mitchell Horn, Senior Research Data Analyst, YSE 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Stanley Tan, Research Data Support, YSE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What?</a:t>
            </a: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 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GitHub  (slides here: </a:t>
            </a:r>
            <a:r>
              <a:rPr lang="en-US" sz="24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github.com/mitchellxh/git-workshop-1</a:t>
            </a: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)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Why?</a:t>
            </a: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 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Version Controlling, Collaborative Research, Software Tools, &amp; more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How? 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Slides, Demo, and Hands-on Practical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400" b="1" dirty="0">
              <a:latin typeface="Microsoft Sans Serif"/>
              <a:ea typeface="Microsoft Sans Serif"/>
              <a:cs typeface="Microsoft Sans Serif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Goal? </a:t>
            </a:r>
            <a:endParaRPr lang="en-US" dirty="0">
              <a:latin typeface="Aptos" panose="020B0004020202020204"/>
              <a:ea typeface="Microsoft Sans Serif"/>
              <a:cs typeface="Microsoft Sans Serif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Create your own GitHub account &amp; explore what’s relevant to your work</a:t>
            </a: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 </a:t>
            </a:r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330A5ECF-B8D9-F16B-103F-821188539A70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3684208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97E22-6EA0-CC81-BE61-4C1D9956F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819AFC7-5133-A098-2D11-A4A2E653A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4DCDCD3-817A-094D-55F3-88601FECB723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31B5A2A1-32BC-DF6D-9E66-7C32D9AA8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CBC088-FEB1-E553-55FE-FBE5F11E2CE8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46EB4FEF-D7C3-4A58-451D-FBE4F4E4A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" name="TextBox 7">
            <a:extLst>
              <a:ext uri="{FF2B5EF4-FFF2-40B4-BE49-F238E27FC236}">
                <a16:creationId xmlns:a16="http://schemas.microsoft.com/office/drawing/2014/main" id="{C1B4CF40-16B1-3551-1422-D649D30B498F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1583435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DBBB8-EEA4-B0D4-4621-492ACA829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F1F2B31-1CFB-A9D5-3A23-B9DDCBE9C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F9F74630-CC54-6F6F-6B4C-EA34E5430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2" t="22701" r="5459" b="22640"/>
          <a:stretch>
            <a:fillRect/>
          </a:stretch>
        </p:blipFill>
        <p:spPr>
          <a:xfrm>
            <a:off x="-71398" y="133326"/>
            <a:ext cx="11105153" cy="677915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027DD84-514E-F560-A5D7-CA4FB1604C81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CB7D2F2A-8498-9033-1F41-741FA3D5C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4187037-BEB2-C4BB-4B07-C6E1032B20F8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EF1D072F-EF41-0F77-E291-0A129225B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" name="TextBox 7">
            <a:extLst>
              <a:ext uri="{FF2B5EF4-FFF2-40B4-BE49-F238E27FC236}">
                <a16:creationId xmlns:a16="http://schemas.microsoft.com/office/drawing/2014/main" id="{B4E0772F-4F76-9FC7-133C-59CB96A2C9FF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3382962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982BC-7C1C-B4F1-856A-1DF2FA453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212F8A2-E7D3-33B1-F1BE-BC1506A5F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ADCA7736-2F1A-1436-500C-C5859720B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2" t="22701" r="5459" b="22640"/>
          <a:stretch>
            <a:fillRect/>
          </a:stretch>
        </p:blipFill>
        <p:spPr>
          <a:xfrm>
            <a:off x="-71398" y="133326"/>
            <a:ext cx="11105153" cy="677915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32EE9D2-CF27-CD7A-7108-3ECEE3C5BABF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B95710E8-D8CF-5CD4-07DF-309F3D628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FCAEF83-E9F1-A6B8-CE1A-FF73C7EE7CC6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34E16E24-2070-2FF2-8200-0A5462742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FFCB51-CAD7-CA4F-49FB-0FB3B1A17C32}"/>
              </a:ext>
            </a:extLst>
          </p:cNvPr>
          <p:cNvSpPr/>
          <p:nvPr/>
        </p:nvSpPr>
        <p:spPr>
          <a:xfrm>
            <a:off x="845015" y="3026460"/>
            <a:ext cx="2598838" cy="3182112"/>
          </a:xfrm>
          <a:prstGeom prst="roundRect">
            <a:avLst/>
          </a:prstGeom>
          <a:solidFill>
            <a:srgbClr val="D5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1291943-DEEE-884C-84EC-545E805F23D7}"/>
              </a:ext>
            </a:extLst>
          </p:cNvPr>
          <p:cNvSpPr/>
          <p:nvPr/>
        </p:nvSpPr>
        <p:spPr>
          <a:xfrm>
            <a:off x="3695919" y="3026460"/>
            <a:ext cx="2598838" cy="3182112"/>
          </a:xfrm>
          <a:prstGeom prst="roundRect">
            <a:avLst/>
          </a:prstGeom>
          <a:solidFill>
            <a:srgbClr val="FAFF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CB5748F-B94E-CC61-0364-3C7155E78D90}"/>
              </a:ext>
            </a:extLst>
          </p:cNvPr>
          <p:cNvSpPr/>
          <p:nvPr/>
        </p:nvSpPr>
        <p:spPr>
          <a:xfrm>
            <a:off x="6546823" y="3026460"/>
            <a:ext cx="2598838" cy="3182112"/>
          </a:xfrm>
          <a:prstGeom prst="roundRect">
            <a:avLst/>
          </a:prstGeom>
          <a:solidFill>
            <a:srgbClr val="FFCA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DC5EC7-A03C-3F12-2A02-EBEBE8837D69}"/>
              </a:ext>
            </a:extLst>
          </p:cNvPr>
          <p:cNvSpPr txBox="1"/>
          <p:nvPr/>
        </p:nvSpPr>
        <p:spPr>
          <a:xfrm>
            <a:off x="1177225" y="3026460"/>
            <a:ext cx="20917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Microsoft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D8B461-C542-8D65-9572-82621C8ABBFD}"/>
              </a:ext>
            </a:extLst>
          </p:cNvPr>
          <p:cNvSpPr txBox="1"/>
          <p:nvPr/>
        </p:nvSpPr>
        <p:spPr>
          <a:xfrm>
            <a:off x="4189495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Amazon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12E58F-7431-28C8-6DCB-D54001344D2E}"/>
              </a:ext>
            </a:extLst>
          </p:cNvPr>
          <p:cNvSpPr txBox="1"/>
          <p:nvPr/>
        </p:nvSpPr>
        <p:spPr>
          <a:xfrm>
            <a:off x="7136464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Google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A3D2E1EE-EF66-F827-E9A7-F11806F73C1D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1337655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8A89B-5FA2-5F5E-F2AE-16FAB5058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FB33551-331D-78C2-EC30-39C52C653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86F5B320-1FF6-1464-6870-6F7A590EA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2" t="22701" r="5459" b="22640"/>
          <a:stretch>
            <a:fillRect/>
          </a:stretch>
        </p:blipFill>
        <p:spPr>
          <a:xfrm>
            <a:off x="-71398" y="133326"/>
            <a:ext cx="11105153" cy="677915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AD28958-F7EC-1EF5-421A-851B3A142611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9A713F30-8A39-B25E-9867-AB6381B5D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06FEB0B-702C-71DF-4F38-D8049DA23538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80874D87-FC7A-8D25-7008-9F47F3A46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4507AC1-5661-69BB-2D53-8031AF2D6A7D}"/>
              </a:ext>
            </a:extLst>
          </p:cNvPr>
          <p:cNvSpPr/>
          <p:nvPr/>
        </p:nvSpPr>
        <p:spPr>
          <a:xfrm>
            <a:off x="845015" y="3026460"/>
            <a:ext cx="2598838" cy="3182112"/>
          </a:xfrm>
          <a:prstGeom prst="roundRect">
            <a:avLst/>
          </a:prstGeom>
          <a:solidFill>
            <a:srgbClr val="D5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235722A-DCCF-3B6A-2FAB-E4212833B0FB}"/>
              </a:ext>
            </a:extLst>
          </p:cNvPr>
          <p:cNvSpPr/>
          <p:nvPr/>
        </p:nvSpPr>
        <p:spPr>
          <a:xfrm>
            <a:off x="3695919" y="3026460"/>
            <a:ext cx="2598838" cy="3182112"/>
          </a:xfrm>
          <a:prstGeom prst="roundRect">
            <a:avLst/>
          </a:prstGeom>
          <a:solidFill>
            <a:srgbClr val="FAFF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F88ABDF-EFBE-2382-7E7F-FADFC60DADBB}"/>
              </a:ext>
            </a:extLst>
          </p:cNvPr>
          <p:cNvSpPr/>
          <p:nvPr/>
        </p:nvSpPr>
        <p:spPr>
          <a:xfrm>
            <a:off x="6546823" y="3026460"/>
            <a:ext cx="2598838" cy="3182112"/>
          </a:xfrm>
          <a:prstGeom prst="roundRect">
            <a:avLst/>
          </a:prstGeom>
          <a:solidFill>
            <a:srgbClr val="FFCA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B5DD10-0B04-F88F-A99C-2CDC4B6D49EE}"/>
              </a:ext>
            </a:extLst>
          </p:cNvPr>
          <p:cNvSpPr txBox="1"/>
          <p:nvPr/>
        </p:nvSpPr>
        <p:spPr>
          <a:xfrm>
            <a:off x="1177225" y="3026460"/>
            <a:ext cx="20917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Microsoft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73D31E-BB61-8578-51E4-5E5B198FA624}"/>
              </a:ext>
            </a:extLst>
          </p:cNvPr>
          <p:cNvSpPr txBox="1"/>
          <p:nvPr/>
        </p:nvSpPr>
        <p:spPr>
          <a:xfrm>
            <a:off x="4189495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Amazon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46A766-D6E2-8A27-AEEA-82546B3B34DF}"/>
              </a:ext>
            </a:extLst>
          </p:cNvPr>
          <p:cNvSpPr txBox="1"/>
          <p:nvPr/>
        </p:nvSpPr>
        <p:spPr>
          <a:xfrm>
            <a:off x="7136464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Google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39D371-D42F-037E-B6E3-56AD3566351A}"/>
              </a:ext>
            </a:extLst>
          </p:cNvPr>
          <p:cNvSpPr/>
          <p:nvPr/>
        </p:nvSpPr>
        <p:spPr>
          <a:xfrm>
            <a:off x="955103" y="527085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0A3555-2366-496B-3791-2684495C78BB}"/>
              </a:ext>
            </a:extLst>
          </p:cNvPr>
          <p:cNvSpPr/>
          <p:nvPr/>
        </p:nvSpPr>
        <p:spPr>
          <a:xfrm>
            <a:off x="3798003" y="527085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17E55F-35C4-286A-5B06-2E60BE52284E}"/>
              </a:ext>
            </a:extLst>
          </p:cNvPr>
          <p:cNvSpPr/>
          <p:nvPr/>
        </p:nvSpPr>
        <p:spPr>
          <a:xfrm>
            <a:off x="6671782" y="527085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8D69D3E8-34A4-85DF-ABB5-900DD57DA2C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8" b="8194"/>
          <a:stretch>
            <a:fillRect/>
          </a:stretch>
        </p:blipFill>
        <p:spPr>
          <a:xfrm>
            <a:off x="1431133" y="5302031"/>
            <a:ext cx="1298861" cy="54483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97C435A7-BAB8-AA09-AC93-DA70F2AEDB2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t="21564" r="-55" b="29631"/>
          <a:stretch>
            <a:fillRect/>
          </a:stretch>
        </p:blipFill>
        <p:spPr>
          <a:xfrm>
            <a:off x="6881299" y="5317665"/>
            <a:ext cx="1939463" cy="49529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8725BD5-6705-63FF-C89A-058EA748D82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0" t="35246" r="1"/>
          <a:stretch>
            <a:fillRect/>
          </a:stretch>
        </p:blipFill>
        <p:spPr>
          <a:xfrm>
            <a:off x="3875141" y="5347048"/>
            <a:ext cx="2143886" cy="454795"/>
          </a:xfrm>
          <a:prstGeom prst="rect">
            <a:avLst/>
          </a:prstGeom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13C29B12-E891-858C-188B-DAE4DD39CF15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42125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BE98C-5647-62E8-7288-BC181251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D89AC33-B1E7-B064-F5C3-9E48DD16A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C245955C-7FD9-0055-51E6-3BB35E1A3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2" t="22701" r="5459" b="22640"/>
          <a:stretch>
            <a:fillRect/>
          </a:stretch>
        </p:blipFill>
        <p:spPr>
          <a:xfrm>
            <a:off x="-71398" y="133326"/>
            <a:ext cx="11105153" cy="677915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0B84761-0846-128E-4406-7E727B8D4E22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F3A70BD4-1455-D69E-2196-F86C9C8DB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2532F10-FBF4-381F-9C86-E65F7672391C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D5B55DE7-7E33-E4EA-E371-78D4C8024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0B1E85B-2F11-A1EA-A859-B0A3F4F3D8C7}"/>
              </a:ext>
            </a:extLst>
          </p:cNvPr>
          <p:cNvSpPr/>
          <p:nvPr/>
        </p:nvSpPr>
        <p:spPr>
          <a:xfrm>
            <a:off x="845015" y="3026460"/>
            <a:ext cx="2598838" cy="3182112"/>
          </a:xfrm>
          <a:prstGeom prst="roundRect">
            <a:avLst/>
          </a:prstGeom>
          <a:solidFill>
            <a:srgbClr val="D5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488DFD9-8B90-ACE4-9128-F5AB6E7F9240}"/>
              </a:ext>
            </a:extLst>
          </p:cNvPr>
          <p:cNvSpPr/>
          <p:nvPr/>
        </p:nvSpPr>
        <p:spPr>
          <a:xfrm>
            <a:off x="3695919" y="3026460"/>
            <a:ext cx="2598838" cy="3182112"/>
          </a:xfrm>
          <a:prstGeom prst="roundRect">
            <a:avLst/>
          </a:prstGeom>
          <a:solidFill>
            <a:srgbClr val="FAFF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F6C0FF3-5C8F-9126-0623-019F0032394B}"/>
              </a:ext>
            </a:extLst>
          </p:cNvPr>
          <p:cNvSpPr/>
          <p:nvPr/>
        </p:nvSpPr>
        <p:spPr>
          <a:xfrm>
            <a:off x="6546823" y="3026460"/>
            <a:ext cx="2598838" cy="3182112"/>
          </a:xfrm>
          <a:prstGeom prst="roundRect">
            <a:avLst/>
          </a:prstGeom>
          <a:solidFill>
            <a:srgbClr val="FFCA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D789C7-1B01-BC7C-7D88-3EBBFDD2F8B7}"/>
              </a:ext>
            </a:extLst>
          </p:cNvPr>
          <p:cNvSpPr txBox="1"/>
          <p:nvPr/>
        </p:nvSpPr>
        <p:spPr>
          <a:xfrm>
            <a:off x="1177225" y="3026460"/>
            <a:ext cx="20917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Microsoft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BB85B2-0D04-F2EF-487B-9FA2E3B4621A}"/>
              </a:ext>
            </a:extLst>
          </p:cNvPr>
          <p:cNvSpPr txBox="1"/>
          <p:nvPr/>
        </p:nvSpPr>
        <p:spPr>
          <a:xfrm>
            <a:off x="4189495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Amazon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118130-4B7F-D10F-B7A0-58D7453F70AC}"/>
              </a:ext>
            </a:extLst>
          </p:cNvPr>
          <p:cNvSpPr txBox="1"/>
          <p:nvPr/>
        </p:nvSpPr>
        <p:spPr>
          <a:xfrm>
            <a:off x="7136464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Google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6FCD65-FCE1-1F95-9270-C6884027853B}"/>
              </a:ext>
            </a:extLst>
          </p:cNvPr>
          <p:cNvSpPr/>
          <p:nvPr/>
        </p:nvSpPr>
        <p:spPr>
          <a:xfrm>
            <a:off x="992849" y="365541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Azure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7E2E40-2A20-98CD-FD6F-822A22C6CDEC}"/>
              </a:ext>
            </a:extLst>
          </p:cNvPr>
          <p:cNvSpPr/>
          <p:nvPr/>
        </p:nvSpPr>
        <p:spPr>
          <a:xfrm>
            <a:off x="3810226" y="365541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28F2597-17DC-24DE-521C-CD1D47932488}"/>
              </a:ext>
            </a:extLst>
          </p:cNvPr>
          <p:cNvSpPr/>
          <p:nvPr/>
        </p:nvSpPr>
        <p:spPr>
          <a:xfrm>
            <a:off x="6671782" y="365298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Google Cloud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DEE7A3-3F56-1001-556A-10FAAFAEF9D0}"/>
              </a:ext>
            </a:extLst>
          </p:cNvPr>
          <p:cNvSpPr/>
          <p:nvPr/>
        </p:nvSpPr>
        <p:spPr>
          <a:xfrm>
            <a:off x="955103" y="527085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0B1054-12DF-096D-A5A4-AA775E918C90}"/>
              </a:ext>
            </a:extLst>
          </p:cNvPr>
          <p:cNvSpPr/>
          <p:nvPr/>
        </p:nvSpPr>
        <p:spPr>
          <a:xfrm>
            <a:off x="3798003" y="527085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E58542-DCD2-EE40-8622-307DC77C0E8A}"/>
              </a:ext>
            </a:extLst>
          </p:cNvPr>
          <p:cNvSpPr/>
          <p:nvPr/>
        </p:nvSpPr>
        <p:spPr>
          <a:xfrm>
            <a:off x="6671782" y="527085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CD2E52D-9ABD-AE6D-D09F-3F472234D89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058" y="3674430"/>
            <a:ext cx="692809" cy="58271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8E63B0E-4769-82A2-2DB2-82FD2F73AC3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9" t="28551" r="8491" b="26580"/>
          <a:stretch>
            <a:fillRect/>
          </a:stretch>
        </p:blipFill>
        <p:spPr>
          <a:xfrm>
            <a:off x="7089285" y="3722036"/>
            <a:ext cx="1523492" cy="45292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E161AF3-2D8D-34D5-EF2C-04D216969CC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2" t="34921" r="15606" b="35558"/>
          <a:stretch>
            <a:fillRect/>
          </a:stretch>
        </p:blipFill>
        <p:spPr>
          <a:xfrm>
            <a:off x="1135152" y="3719884"/>
            <a:ext cx="1988820" cy="45511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54D0477-7DEA-A48D-3D5C-94D702C6ECF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8" b="8194"/>
          <a:stretch>
            <a:fillRect/>
          </a:stretch>
        </p:blipFill>
        <p:spPr>
          <a:xfrm>
            <a:off x="1431133" y="5302031"/>
            <a:ext cx="1298861" cy="54483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B37FF80-8F08-1801-BB47-DA3F6CC9B11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t="21564" r="-55" b="29631"/>
          <a:stretch>
            <a:fillRect/>
          </a:stretch>
        </p:blipFill>
        <p:spPr>
          <a:xfrm>
            <a:off x="6881299" y="5317665"/>
            <a:ext cx="1939463" cy="49529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5CA0E86-BB73-CE7D-6724-3A0F377C820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0" t="35246" r="1"/>
          <a:stretch>
            <a:fillRect/>
          </a:stretch>
        </p:blipFill>
        <p:spPr>
          <a:xfrm>
            <a:off x="3875141" y="5347048"/>
            <a:ext cx="2143886" cy="454795"/>
          </a:xfrm>
          <a:prstGeom prst="rect">
            <a:avLst/>
          </a:prstGeom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0357AFD5-50E4-53D6-2D6A-A7046259D49A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3517079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270F3-5805-B91B-6AF6-C67E8789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5DBA518-C6B9-151D-B9C7-6F86FD06D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79557F37-2126-6AE0-0446-E78FFE0B5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2" t="22701" r="5459" b="22640"/>
          <a:stretch>
            <a:fillRect/>
          </a:stretch>
        </p:blipFill>
        <p:spPr>
          <a:xfrm>
            <a:off x="-71398" y="133326"/>
            <a:ext cx="11105153" cy="677915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3CD06EA-A1D8-EBB6-E2DB-A5496611F9C3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F106950F-0C89-DEA4-872F-91918311D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BB07FD3-7B94-5AA3-53D0-12AB17AAC25E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76A32FB3-3011-7388-8927-5FAB3213B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1D93EF-2CBA-A4CE-06F6-C272F76ADA69}"/>
              </a:ext>
            </a:extLst>
          </p:cNvPr>
          <p:cNvSpPr/>
          <p:nvPr/>
        </p:nvSpPr>
        <p:spPr>
          <a:xfrm>
            <a:off x="845015" y="3026460"/>
            <a:ext cx="2598838" cy="3182112"/>
          </a:xfrm>
          <a:prstGeom prst="roundRect">
            <a:avLst/>
          </a:prstGeom>
          <a:solidFill>
            <a:srgbClr val="D5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EE17E6-3EB6-DF55-0E79-DC0077432444}"/>
              </a:ext>
            </a:extLst>
          </p:cNvPr>
          <p:cNvSpPr/>
          <p:nvPr/>
        </p:nvSpPr>
        <p:spPr>
          <a:xfrm>
            <a:off x="3695919" y="3026460"/>
            <a:ext cx="2598838" cy="3182112"/>
          </a:xfrm>
          <a:prstGeom prst="roundRect">
            <a:avLst/>
          </a:prstGeom>
          <a:solidFill>
            <a:srgbClr val="FAFF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D56F69A-5538-1003-165B-5E49466EB1AF}"/>
              </a:ext>
            </a:extLst>
          </p:cNvPr>
          <p:cNvSpPr/>
          <p:nvPr/>
        </p:nvSpPr>
        <p:spPr>
          <a:xfrm>
            <a:off x="6546823" y="3026460"/>
            <a:ext cx="2598838" cy="3182112"/>
          </a:xfrm>
          <a:prstGeom prst="roundRect">
            <a:avLst/>
          </a:prstGeom>
          <a:solidFill>
            <a:srgbClr val="FFCA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7765A4-8CF8-747A-B744-8DB164C72B1E}"/>
              </a:ext>
            </a:extLst>
          </p:cNvPr>
          <p:cNvSpPr txBox="1"/>
          <p:nvPr/>
        </p:nvSpPr>
        <p:spPr>
          <a:xfrm>
            <a:off x="1177225" y="3026460"/>
            <a:ext cx="20917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Microsoft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40CEC9-260E-1FCD-7236-598B9E4210CB}"/>
              </a:ext>
            </a:extLst>
          </p:cNvPr>
          <p:cNvSpPr txBox="1"/>
          <p:nvPr/>
        </p:nvSpPr>
        <p:spPr>
          <a:xfrm>
            <a:off x="4189495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Amazon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2CD0B0-8C08-50E4-7A47-420BEFB6DF05}"/>
              </a:ext>
            </a:extLst>
          </p:cNvPr>
          <p:cNvSpPr txBox="1"/>
          <p:nvPr/>
        </p:nvSpPr>
        <p:spPr>
          <a:xfrm>
            <a:off x="7136464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Google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0F9A089-3F54-99F7-810D-2275CF78404A}"/>
              </a:ext>
            </a:extLst>
          </p:cNvPr>
          <p:cNvSpPr/>
          <p:nvPr/>
        </p:nvSpPr>
        <p:spPr>
          <a:xfrm>
            <a:off x="992849" y="365541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Azure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F19BD9D-234F-B2E8-E976-E99286723461}"/>
              </a:ext>
            </a:extLst>
          </p:cNvPr>
          <p:cNvSpPr/>
          <p:nvPr/>
        </p:nvSpPr>
        <p:spPr>
          <a:xfrm>
            <a:off x="3810226" y="365541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C5F83D-0C2C-C398-AAD1-A0B687744F0D}"/>
              </a:ext>
            </a:extLst>
          </p:cNvPr>
          <p:cNvSpPr/>
          <p:nvPr/>
        </p:nvSpPr>
        <p:spPr>
          <a:xfrm>
            <a:off x="6671782" y="365298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Google Cloud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FD2616-1D2D-B800-9D7C-5FE61923FABB}"/>
              </a:ext>
            </a:extLst>
          </p:cNvPr>
          <p:cNvSpPr/>
          <p:nvPr/>
        </p:nvSpPr>
        <p:spPr>
          <a:xfrm>
            <a:off x="969974" y="446313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160162D-00F9-BF10-8DA3-500639C7E36A}"/>
              </a:ext>
            </a:extLst>
          </p:cNvPr>
          <p:cNvSpPr/>
          <p:nvPr/>
        </p:nvSpPr>
        <p:spPr>
          <a:xfrm>
            <a:off x="955103" y="527085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4CE430-CE82-C97B-2FBB-DBA0C5ED9628}"/>
              </a:ext>
            </a:extLst>
          </p:cNvPr>
          <p:cNvSpPr/>
          <p:nvPr/>
        </p:nvSpPr>
        <p:spPr>
          <a:xfrm>
            <a:off x="3810226" y="446313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CodeCommit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42258ED-9198-A474-580A-EFCEFC863E5F}"/>
              </a:ext>
            </a:extLst>
          </p:cNvPr>
          <p:cNvSpPr/>
          <p:nvPr/>
        </p:nvSpPr>
        <p:spPr>
          <a:xfrm>
            <a:off x="3798003" y="527085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F73353A-593A-C47C-2579-48B9408D892D}"/>
              </a:ext>
            </a:extLst>
          </p:cNvPr>
          <p:cNvSpPr/>
          <p:nvPr/>
        </p:nvSpPr>
        <p:spPr>
          <a:xfrm>
            <a:off x="6671782" y="4476149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Google Collab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C4FC326-03AC-C2F0-EAE5-EC1FE36913F0}"/>
              </a:ext>
            </a:extLst>
          </p:cNvPr>
          <p:cNvSpPr/>
          <p:nvPr/>
        </p:nvSpPr>
        <p:spPr>
          <a:xfrm>
            <a:off x="6671782" y="527085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4958540-331C-9257-B9A7-BE4B1B6D3AD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058" y="3674430"/>
            <a:ext cx="692809" cy="582719"/>
          </a:xfrm>
          <a:prstGeom prst="rect">
            <a:avLst/>
          </a:prstGeom>
        </p:spPr>
      </p:pic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9C83BAFC-2C1E-871C-AC70-AA2B48C04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39674"/>
          <a:stretch>
            <a:fillRect/>
          </a:stretch>
        </p:blipFill>
        <p:spPr>
          <a:xfrm>
            <a:off x="1547965" y="4491588"/>
            <a:ext cx="1163195" cy="53201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5E94BF9-4291-144B-15E5-A0074D490D9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9" t="28551" r="8491" b="26580"/>
          <a:stretch>
            <a:fillRect/>
          </a:stretch>
        </p:blipFill>
        <p:spPr>
          <a:xfrm>
            <a:off x="7089285" y="3722036"/>
            <a:ext cx="1523492" cy="45292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8B2ABB6-2AF4-38F8-3BB1-0392343EC40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2" t="34921" r="15606" b="35558"/>
          <a:stretch>
            <a:fillRect/>
          </a:stretch>
        </p:blipFill>
        <p:spPr>
          <a:xfrm>
            <a:off x="1135152" y="3719884"/>
            <a:ext cx="1988820" cy="45511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5A70209-610F-126C-4466-9FA23B2826C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15" b="23853"/>
          <a:stretch>
            <a:fillRect/>
          </a:stretch>
        </p:blipFill>
        <p:spPr>
          <a:xfrm>
            <a:off x="4080784" y="4542360"/>
            <a:ext cx="1783356" cy="43047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B0E810E-868A-F778-CD97-97A84407E91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24806" r="8010" b="26201"/>
          <a:stretch>
            <a:fillRect/>
          </a:stretch>
        </p:blipFill>
        <p:spPr>
          <a:xfrm>
            <a:off x="7136464" y="4493612"/>
            <a:ext cx="1407015" cy="54340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09B922C-5ACA-F2DC-7C22-3DD9744A0B6E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8" b="8194"/>
          <a:stretch>
            <a:fillRect/>
          </a:stretch>
        </p:blipFill>
        <p:spPr>
          <a:xfrm>
            <a:off x="1431133" y="5302031"/>
            <a:ext cx="1298861" cy="54483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BC5C717-647B-AFAB-19CA-1F06A470DF2F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t="21564" r="-55" b="29631"/>
          <a:stretch>
            <a:fillRect/>
          </a:stretch>
        </p:blipFill>
        <p:spPr>
          <a:xfrm>
            <a:off x="6881299" y="5317665"/>
            <a:ext cx="1939463" cy="49529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C486F51-6393-653C-B5FE-42EFF908C02C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0" t="35246" r="1"/>
          <a:stretch>
            <a:fillRect/>
          </a:stretch>
        </p:blipFill>
        <p:spPr>
          <a:xfrm>
            <a:off x="3875141" y="5347048"/>
            <a:ext cx="2143886" cy="454795"/>
          </a:xfrm>
          <a:prstGeom prst="rect">
            <a:avLst/>
          </a:prstGeom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F75D1E80-B66E-01CC-75C5-15B3276E5A91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234867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99664-623D-6926-B91C-340B2030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DA1EF35-0B26-44AA-D5FB-7D72126A7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C1C6FA17-CC22-9DC2-FDBA-BBD532988D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2" t="22701" r="5459" b="22640"/>
          <a:stretch>
            <a:fillRect/>
          </a:stretch>
        </p:blipFill>
        <p:spPr>
          <a:xfrm>
            <a:off x="-71398" y="133326"/>
            <a:ext cx="11105153" cy="677915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3BB6386-B1CD-3294-39B6-9EE04CB79175}"/>
              </a:ext>
            </a:extLst>
          </p:cNvPr>
          <p:cNvGrpSpPr/>
          <p:nvPr/>
        </p:nvGrpSpPr>
        <p:grpSpPr>
          <a:xfrm>
            <a:off x="10963722" y="5768406"/>
            <a:ext cx="1138042" cy="1187848"/>
            <a:chOff x="10659948" y="5590111"/>
            <a:chExt cx="1138042" cy="1187848"/>
          </a:xfrm>
        </p:grpSpPr>
        <p:pic>
          <p:nvPicPr>
            <p:cNvPr id="12" name="Graphic 11" descr="Person eating with solid fill">
              <a:extLst>
                <a:ext uri="{FF2B5EF4-FFF2-40B4-BE49-F238E27FC236}">
                  <a16:creationId xmlns:a16="http://schemas.microsoft.com/office/drawing/2014/main" id="{544C75F3-880A-4D6A-B1FB-B622E90F2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59948" y="5639917"/>
              <a:ext cx="1138042" cy="1138042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1E7A55-0F50-BB94-20BB-821486656DB3}"/>
                </a:ext>
              </a:extLst>
            </p:cNvPr>
            <p:cNvSpPr/>
            <p:nvPr/>
          </p:nvSpPr>
          <p:spPr>
            <a:xfrm>
              <a:off x="11142345" y="5924550"/>
              <a:ext cx="291465" cy="211455"/>
            </a:xfrm>
            <a:prstGeom prst="rect">
              <a:avLst/>
            </a:prstGeom>
            <a:solidFill>
              <a:srgbClr val="F9F0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Monitor with solid fill">
              <a:extLst>
                <a:ext uri="{FF2B5EF4-FFF2-40B4-BE49-F238E27FC236}">
                  <a16:creationId xmlns:a16="http://schemas.microsoft.com/office/drawing/2014/main" id="{8E83C7A9-F67D-7D27-97BD-249A68939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84131" y="5590111"/>
              <a:ext cx="668877" cy="668877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889DCC0-1115-84C0-D718-22D4114852E1}"/>
              </a:ext>
            </a:extLst>
          </p:cNvPr>
          <p:cNvSpPr/>
          <p:nvPr/>
        </p:nvSpPr>
        <p:spPr>
          <a:xfrm>
            <a:off x="845015" y="3026460"/>
            <a:ext cx="2598838" cy="3182112"/>
          </a:xfrm>
          <a:prstGeom prst="roundRect">
            <a:avLst/>
          </a:prstGeom>
          <a:solidFill>
            <a:srgbClr val="D5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6885EFD-B251-EE94-34FF-12A0744B20E8}"/>
              </a:ext>
            </a:extLst>
          </p:cNvPr>
          <p:cNvSpPr/>
          <p:nvPr/>
        </p:nvSpPr>
        <p:spPr>
          <a:xfrm>
            <a:off x="3695919" y="3026460"/>
            <a:ext cx="2598838" cy="3182112"/>
          </a:xfrm>
          <a:prstGeom prst="roundRect">
            <a:avLst/>
          </a:prstGeom>
          <a:solidFill>
            <a:srgbClr val="FAFF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27C43F9-8BD3-7D38-0DDD-F596DAC4384F}"/>
              </a:ext>
            </a:extLst>
          </p:cNvPr>
          <p:cNvSpPr/>
          <p:nvPr/>
        </p:nvSpPr>
        <p:spPr>
          <a:xfrm>
            <a:off x="6546823" y="3026460"/>
            <a:ext cx="2598838" cy="3182112"/>
          </a:xfrm>
          <a:prstGeom prst="roundRect">
            <a:avLst/>
          </a:prstGeom>
          <a:solidFill>
            <a:srgbClr val="FFCA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DD2C2E-FF6A-19E0-2778-62D9EEB33B42}"/>
              </a:ext>
            </a:extLst>
          </p:cNvPr>
          <p:cNvSpPr txBox="1"/>
          <p:nvPr/>
        </p:nvSpPr>
        <p:spPr>
          <a:xfrm>
            <a:off x="1177225" y="3026460"/>
            <a:ext cx="20917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Microsoft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6A3BC9-E430-1373-559E-78D4B7AE4581}"/>
              </a:ext>
            </a:extLst>
          </p:cNvPr>
          <p:cNvSpPr txBox="1"/>
          <p:nvPr/>
        </p:nvSpPr>
        <p:spPr>
          <a:xfrm>
            <a:off x="4189495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Amazon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A71625-108F-2390-9918-134B453F7EC5}"/>
              </a:ext>
            </a:extLst>
          </p:cNvPr>
          <p:cNvSpPr txBox="1"/>
          <p:nvPr/>
        </p:nvSpPr>
        <p:spPr>
          <a:xfrm>
            <a:off x="7136464" y="3025220"/>
            <a:ext cx="1611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Google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0E6F15-3C4D-682C-107B-C105B6FEE344}"/>
              </a:ext>
            </a:extLst>
          </p:cNvPr>
          <p:cNvSpPr/>
          <p:nvPr/>
        </p:nvSpPr>
        <p:spPr>
          <a:xfrm>
            <a:off x="992849" y="365541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Azure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475D35-90CA-FA8F-E47D-2BBFD9CE9151}"/>
              </a:ext>
            </a:extLst>
          </p:cNvPr>
          <p:cNvSpPr/>
          <p:nvPr/>
        </p:nvSpPr>
        <p:spPr>
          <a:xfrm>
            <a:off x="3810226" y="365541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FF1765F-7B43-E755-396C-3F225DA0041A}"/>
              </a:ext>
            </a:extLst>
          </p:cNvPr>
          <p:cNvSpPr/>
          <p:nvPr/>
        </p:nvSpPr>
        <p:spPr>
          <a:xfrm>
            <a:off x="6671782" y="365298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Google Cloud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E5A915-F8BF-FDCD-FF52-95CAE68A89A0}"/>
              </a:ext>
            </a:extLst>
          </p:cNvPr>
          <p:cNvSpPr/>
          <p:nvPr/>
        </p:nvSpPr>
        <p:spPr>
          <a:xfrm>
            <a:off x="955103" y="5270853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13A738E-1366-3ABA-D425-D189FEAC48DE}"/>
              </a:ext>
            </a:extLst>
          </p:cNvPr>
          <p:cNvSpPr/>
          <p:nvPr/>
        </p:nvSpPr>
        <p:spPr>
          <a:xfrm>
            <a:off x="3810226" y="446313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CodeCommit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A6F253-A4BE-B1E3-46A3-638283CE6FF5}"/>
              </a:ext>
            </a:extLst>
          </p:cNvPr>
          <p:cNvSpPr/>
          <p:nvPr/>
        </p:nvSpPr>
        <p:spPr>
          <a:xfrm>
            <a:off x="3798003" y="5270852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B960DA-D54A-0903-62AF-9F47D52C0F2B}"/>
              </a:ext>
            </a:extLst>
          </p:cNvPr>
          <p:cNvSpPr/>
          <p:nvPr/>
        </p:nvSpPr>
        <p:spPr>
          <a:xfrm>
            <a:off x="6671782" y="4476149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Google Collab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A1115C4-3DFF-7690-8680-015EC5EDE8F5}"/>
              </a:ext>
            </a:extLst>
          </p:cNvPr>
          <p:cNvSpPr/>
          <p:nvPr/>
        </p:nvSpPr>
        <p:spPr>
          <a:xfrm>
            <a:off x="6671782" y="5270851"/>
            <a:ext cx="2348920" cy="588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DB496FC-A908-6A9A-DFD6-1EA72E00011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058" y="3674430"/>
            <a:ext cx="692809" cy="58271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C1427DF-1FCC-1383-3D08-CCCD6E5EDF7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9" t="28551" r="8491" b="26580"/>
          <a:stretch>
            <a:fillRect/>
          </a:stretch>
        </p:blipFill>
        <p:spPr>
          <a:xfrm>
            <a:off x="7089285" y="3722036"/>
            <a:ext cx="1523492" cy="45292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9311005-0184-2AE5-1020-4A1ABDC37A8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2" t="34921" r="15606" b="35558"/>
          <a:stretch>
            <a:fillRect/>
          </a:stretch>
        </p:blipFill>
        <p:spPr>
          <a:xfrm>
            <a:off x="1135152" y="3719884"/>
            <a:ext cx="1988820" cy="45511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68194AC-D9B7-930A-7F44-5889C9C74D9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15" b="23853"/>
          <a:stretch>
            <a:fillRect/>
          </a:stretch>
        </p:blipFill>
        <p:spPr>
          <a:xfrm>
            <a:off x="4080784" y="4542360"/>
            <a:ext cx="1783356" cy="43047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C206C61-6A4B-9F9A-2715-79908E9E49A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24806" r="8010" b="26201"/>
          <a:stretch>
            <a:fillRect/>
          </a:stretch>
        </p:blipFill>
        <p:spPr>
          <a:xfrm>
            <a:off x="7136464" y="4493612"/>
            <a:ext cx="1407015" cy="54340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585A09F-89A1-793C-CF7B-C6BE4E81CF31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8" b="8194"/>
          <a:stretch>
            <a:fillRect/>
          </a:stretch>
        </p:blipFill>
        <p:spPr>
          <a:xfrm>
            <a:off x="1431133" y="5302031"/>
            <a:ext cx="1298861" cy="54483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53D3D6C-0AAB-E213-6555-BB9C12AC2D8A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t="21564" r="-55" b="29631"/>
          <a:stretch>
            <a:fillRect/>
          </a:stretch>
        </p:blipFill>
        <p:spPr>
          <a:xfrm>
            <a:off x="6881299" y="5317665"/>
            <a:ext cx="1939463" cy="49529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07C4E26F-0FF7-843A-8890-830C1C1AA80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0" t="35246" r="1"/>
          <a:stretch>
            <a:fillRect/>
          </a:stretch>
        </p:blipFill>
        <p:spPr>
          <a:xfrm>
            <a:off x="3875141" y="5347048"/>
            <a:ext cx="2143886" cy="45479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5C3E3E41-703C-3663-84FC-6F934F10C03F}"/>
              </a:ext>
            </a:extLst>
          </p:cNvPr>
          <p:cNvSpPr/>
          <p:nvPr/>
        </p:nvSpPr>
        <p:spPr>
          <a:xfrm>
            <a:off x="969974" y="4447683"/>
            <a:ext cx="8050728" cy="617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3BD07C53-9D02-3887-D2E3-13E09B3D197D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r="39674"/>
          <a:stretch>
            <a:fillRect/>
          </a:stretch>
        </p:blipFill>
        <p:spPr>
          <a:xfrm>
            <a:off x="4296423" y="4491588"/>
            <a:ext cx="1163195" cy="532014"/>
          </a:xfrm>
          <a:prstGeom prst="rect">
            <a:avLst/>
          </a:prstGeom>
        </p:spPr>
      </p:pic>
      <p:pic>
        <p:nvPicPr>
          <p:cNvPr id="2" name="Picture 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36C358A-4DBB-AADB-812A-9A4E2DD9391F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r="39674"/>
          <a:stretch>
            <a:fillRect/>
          </a:stretch>
        </p:blipFill>
        <p:spPr>
          <a:xfrm>
            <a:off x="1464715" y="4483864"/>
            <a:ext cx="1163195" cy="532014"/>
          </a:xfrm>
          <a:prstGeom prst="rect">
            <a:avLst/>
          </a:prstGeom>
        </p:spPr>
      </p:pic>
      <p:pic>
        <p:nvPicPr>
          <p:cNvPr id="3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AE2B6FE6-DED9-0808-AECF-F45B215778F2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r="39674"/>
          <a:stretch>
            <a:fillRect/>
          </a:stretch>
        </p:blipFill>
        <p:spPr>
          <a:xfrm>
            <a:off x="7332691" y="4483864"/>
            <a:ext cx="1163195" cy="53201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8DF50763-D5A5-5D77-9B6B-1D11FA8D72D7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2730722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CBD16-87E2-DDA7-A89B-506AE49D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F5C73E5-F1F7-AFD2-851E-BF85E4728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DFCD10-DEC5-8CC1-67D4-434675F0A037}"/>
              </a:ext>
            </a:extLst>
          </p:cNvPr>
          <p:cNvSpPr txBox="1"/>
          <p:nvPr/>
        </p:nvSpPr>
        <p:spPr>
          <a:xfrm>
            <a:off x="2015241" y="1574446"/>
            <a:ext cx="9105347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83540" indent="-365760">
              <a:buFont typeface=""/>
              <a:buChar char="•"/>
            </a:pPr>
            <a:r>
              <a:rPr lang="en-US" sz="2400" u="sng" dirty="0">
                <a:solidFill>
                  <a:srgbClr val="000000"/>
                </a:solidFill>
                <a:latin typeface="Microsoft Sans Serif"/>
                <a:ea typeface="Arial"/>
                <a:cs typeface="Arial"/>
              </a:rPr>
              <a:t>THE CLOUD</a:t>
            </a:r>
            <a:endParaRPr lang="en-US" u="sng" dirty="0"/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Remote place you store and share your programming work</a:t>
            </a:r>
            <a:endParaRPr lang="en-US" dirty="0"/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Arial"/>
              </a:rPr>
              <a:t>Owned by Microsoft (circa 2018)</a:t>
            </a:r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Arial"/>
              </a:rPr>
              <a:t>Expansive and </a:t>
            </a:r>
            <a:r>
              <a:rPr lang="en-US" sz="2400" b="1" dirty="0">
                <a:solidFill>
                  <a:srgbClr val="C00000"/>
                </a:solidFill>
                <a:latin typeface="Microsoft Sans Serif"/>
                <a:ea typeface="Microsoft Sans Serif"/>
                <a:cs typeface="Arial"/>
              </a:rPr>
              <a:t>difficult </a:t>
            </a:r>
            <a:r>
              <a:rPr lang="en-US" sz="2400" dirty="0">
                <a:latin typeface="Microsoft Sans Serif"/>
                <a:ea typeface="Microsoft Sans Serif"/>
                <a:cs typeface="Arial"/>
              </a:rPr>
              <a:t>to exhaustively explain</a:t>
            </a:r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ea typeface="+mn-lt"/>
                <a:cs typeface="+mn-lt"/>
                <a:hlinkClick r:id="rId4"/>
              </a:rPr>
              <a:t>https://github.com/</a:t>
            </a:r>
            <a:endParaRPr lang="en-US" sz="2400" dirty="0">
              <a:latin typeface="Microsoft Sans Serif"/>
              <a:cs typeface="Arial"/>
            </a:endParaRPr>
          </a:p>
          <a:p>
            <a:pPr algn="ctr"/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04997532-AC93-7962-7987-AE031C6133E8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B3C4317-B249-D39C-838E-619B3B578E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6337"/>
          <a:stretch>
            <a:fillRect/>
          </a:stretch>
        </p:blipFill>
        <p:spPr>
          <a:xfrm>
            <a:off x="3865842" y="4532720"/>
            <a:ext cx="3891573" cy="1686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E6D774-3FD4-5EA5-826C-68B333FE1CB3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347120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37F4F-AABF-FDC3-386C-E9159571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8FBA3F8-3AA7-E3AA-9692-3B88C118A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B2C056-A222-8BDC-40FB-5CE64C37A75E}"/>
              </a:ext>
            </a:extLst>
          </p:cNvPr>
          <p:cNvSpPr txBox="1"/>
          <p:nvPr/>
        </p:nvSpPr>
        <p:spPr>
          <a:xfrm>
            <a:off x="2015241" y="1635736"/>
            <a:ext cx="910534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83540" indent="-365760">
              <a:buFont typeface=""/>
              <a:buChar char="•"/>
            </a:pPr>
            <a:r>
              <a:rPr lang="en-US" sz="2400" u="sng" dirty="0">
                <a:solidFill>
                  <a:srgbClr val="000000"/>
                </a:solidFill>
                <a:latin typeface="Microsoft Sans Serif"/>
                <a:cs typeface="Arial"/>
              </a:rPr>
              <a:t>Programming/Software Development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Version Control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Distribution – making things publicly accessible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Documentation – making things usable</a:t>
            </a:r>
            <a:endParaRPr lang="en-US" sz="2400" dirty="0">
              <a:latin typeface="Microsoft Sans Serif"/>
              <a:cs typeface="Arial"/>
            </a:endParaRPr>
          </a:p>
          <a:p>
            <a:pPr algn="ctr"/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3F101AFA-DA22-64D2-FCC1-87EF4B579AB8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69FD068-DE48-8D00-7FAC-6946D91410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337"/>
          <a:stretch>
            <a:fillRect/>
          </a:stretch>
        </p:blipFill>
        <p:spPr>
          <a:xfrm>
            <a:off x="3865842" y="4532720"/>
            <a:ext cx="3891573" cy="1686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1823C8-8DC7-EE49-5C7A-F27C98362930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1177213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BD1C4-1CDD-F7EB-6DBC-4241FF92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67FADD6-7571-52A6-8A9D-C93F5EFB7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C340DA-0A1B-1F98-060D-007C64437D79}"/>
              </a:ext>
            </a:extLst>
          </p:cNvPr>
          <p:cNvSpPr txBox="1"/>
          <p:nvPr/>
        </p:nvSpPr>
        <p:spPr>
          <a:xfrm>
            <a:off x="2015241" y="1635736"/>
            <a:ext cx="910534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83540" indent="-365760">
              <a:buFont typeface=""/>
              <a:buChar char="•"/>
            </a:pPr>
            <a:r>
              <a:rPr lang="en-US" sz="2400" u="sng" dirty="0">
                <a:solidFill>
                  <a:srgbClr val="000000"/>
                </a:solidFill>
                <a:latin typeface="Microsoft Sans Serif"/>
                <a:cs typeface="Arial"/>
              </a:rPr>
              <a:t>Programming/Software Development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Version Control 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Microsoft Sans Serif"/>
                <a:cs typeface="Arial"/>
              </a:rPr>
              <a:t>Distribution – making things publicly available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Microsoft Sans Serif"/>
                <a:cs typeface="Arial"/>
              </a:rPr>
              <a:t>Documentation – making things usable</a:t>
            </a:r>
          </a:p>
          <a:p>
            <a:pPr algn="ctr"/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DE59E988-E91A-C107-A5EA-EA5030F7CE6D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87EB0DF-0734-E093-34C1-6985DC1E5F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337"/>
          <a:stretch>
            <a:fillRect/>
          </a:stretch>
        </p:blipFill>
        <p:spPr>
          <a:xfrm>
            <a:off x="3865842" y="4532720"/>
            <a:ext cx="3891573" cy="1686615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0446B5DF-3B58-7891-D229-6C9FAC7D08E2}"/>
              </a:ext>
            </a:extLst>
          </p:cNvPr>
          <p:cNvSpPr/>
          <p:nvPr/>
        </p:nvSpPr>
        <p:spPr>
          <a:xfrm>
            <a:off x="2944368" y="2048256"/>
            <a:ext cx="411480" cy="356616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3DE421C6-2809-E15F-B8C4-9AA3B7EB224F}"/>
              </a:ext>
            </a:extLst>
          </p:cNvPr>
          <p:cNvSpPr/>
          <p:nvPr/>
        </p:nvSpPr>
        <p:spPr>
          <a:xfrm>
            <a:off x="5538216" y="2020824"/>
            <a:ext cx="411480" cy="356616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29F10-F1B3-1C52-2183-D6956DC1B734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4140227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579B3-2C32-92E3-7D65-96614D25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BA22A9C0-A954-3C48-DFD8-BA3DA2EE2631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B9BEDB-ADF0-FA43-BD0F-1347CFDCD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DBB68B-C32C-36D5-4442-99B4FCC68213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9FEC8049-1987-72D2-200A-F45531C38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3579B6-9431-14D4-084A-9A6B8D8EC432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5FD5656-1982-A1B8-60ED-95EA14F17DE5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p:pic>
        <p:nvPicPr>
          <p:cNvPr id="25" name="Graphic 24" descr="Measuring Cup with solid fill">
            <a:extLst>
              <a:ext uri="{FF2B5EF4-FFF2-40B4-BE49-F238E27FC236}">
                <a16:creationId xmlns:a16="http://schemas.microsoft.com/office/drawing/2014/main" id="{9E3C9048-1713-DEA2-F63A-BF76BA98A9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67A83C3-1ADA-0952-2126-C2779C337A74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4957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3A2992-44B1-FF09-91B7-471068F72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4A022340-7589-4804-91FD-5C7F661E0E05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6B3BF9-DBB3-349E-3C6D-AAC12285C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88BA1D-0DC1-3D9E-11B6-78011962EFC6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0E17CA-104A-36C1-CAED-9E9C2888D305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CD290C11-FD78-C0A9-B83D-2C3C8E3325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8CB3FB-7A12-E35F-62C5-EF31E237851D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5BB36CE-36C0-06EF-5674-2CFBDC24AAE9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275A71B6-B35D-D959-4D95-9E64FBE82C36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275A71B6-B35D-D959-4D95-9E64FBE82C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A173B637-3F75-2A94-699A-829213825835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A173B637-3F75-2A94-699A-8292138258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CBD63819-C136-A552-F7EE-D1084DCEA173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CBD63819-C136-A552-F7EE-D1084DCEA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 descr="Measuring Cup with solid fill">
            <a:extLst>
              <a:ext uri="{FF2B5EF4-FFF2-40B4-BE49-F238E27FC236}">
                <a16:creationId xmlns:a16="http://schemas.microsoft.com/office/drawing/2014/main" id="{E484CE22-F79B-D9E8-1535-34F5BD0D3C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87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8F5E4-1182-38BD-215C-7853BC3A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14EDA853-F9AB-D69F-D9FB-4D35123557F3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ED337B-6EF2-FB14-67EB-3AC52680A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E6E691-C02B-FB55-9160-B1878F95069B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1AA79BB0-8B25-6ADD-F84F-3B0BB0E33A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DED152B-37D6-546A-F9F5-C7AF173ABFC1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F8EE0E0-898C-7C45-53AC-2B127EFE5CD4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805E1661-4DA6-B332-2523-89F25AADE53C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805E1661-4DA6-B332-2523-89F25AADE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EC79F960-5E4F-8F5B-CA59-EEE9F4ACD2BF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EC79F960-5E4F-8F5B-CA59-EEE9F4ACD2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F0EBC8C4-55BD-5438-96F1-EB2ECB2E5AE4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F0EBC8C4-55BD-5438-96F1-EB2ECB2E5A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88E83DD6-AE1B-23F3-CE9E-F8C6825AA9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D3AA8387-E039-60C1-609C-23EE7A8822ED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6" name="Graphic 35" descr="Measuring Cup with solid fill">
            <a:extLst>
              <a:ext uri="{FF2B5EF4-FFF2-40B4-BE49-F238E27FC236}">
                <a16:creationId xmlns:a16="http://schemas.microsoft.com/office/drawing/2014/main" id="{C6454461-7443-7503-89E3-99E68B24B2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422F7C3-BF80-BA7A-020B-BC400FB7F573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0144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16D24-F056-B7E4-3AC3-F3391739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2203AC5B-534E-7E41-0A30-FD97D7BAC107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824D3D-A90E-AA41-1211-42EC7D37C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6BD08F-0608-C773-E53A-D1CF61E383CE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63242D44-DFD8-7956-25CC-937BEE770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19DCA0-C29A-CC45-CEDC-B23A14C86E1C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E697078-192A-5498-E5E9-0FD6C3B14876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AD8678D7-E208-23BB-A56E-12FCDE375C4D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AD8678D7-E208-23BB-A56E-12FCDE375C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972D6804-9157-4199-3455-AF9F5EDEDEFF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972D6804-9157-4199-3455-AF9F5EDEDE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F7AFEAC8-F944-08B3-1AC2-E8EF04DADE7D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F7AFEAC8-F944-08B3-1AC2-E8EF04DADE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18F63E55-C691-4F26-126C-FE847838FF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5A6FC417-E0F6-7399-DA3A-BDFAFA6A0898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BFEC07-4CBC-71CB-CECB-1317ED7A4E99}"/>
              </a:ext>
            </a:extLst>
          </p:cNvPr>
          <p:cNvCxnSpPr>
            <a:cxnSpLocks/>
          </p:cNvCxnSpPr>
          <p:nvPr/>
        </p:nvCxnSpPr>
        <p:spPr>
          <a:xfrm>
            <a:off x="3796144" y="1872841"/>
            <a:ext cx="12221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2831CF32-3848-7253-6069-BD160D35398D}"/>
                  </a:ext>
                </a:extLst>
              </p:cNvPr>
              <p:cNvSpPr/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2831CF32-3848-7253-6069-BD160D3539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3C72819C-E656-F45F-2D1C-CC31A3DF6B5F}"/>
                  </a:ext>
                </a:extLst>
              </p:cNvPr>
              <p:cNvSpPr/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3C72819C-E656-F45F-2D1C-CC31A3DF6B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phic 10" descr="Measuring Cup with solid fill">
            <a:extLst>
              <a:ext uri="{FF2B5EF4-FFF2-40B4-BE49-F238E27FC236}">
                <a16:creationId xmlns:a16="http://schemas.microsoft.com/office/drawing/2014/main" id="{1BE8B81B-40C6-CFC7-41BC-856010E7B66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698161-7D97-25D8-31C0-7AC2D10675B8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97682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0109B-D131-BCB9-DE80-22F3BEA8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1A07AF11-6147-7BAE-F228-846C4BCDC3DE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BEE4C1-FC49-38C8-82CA-5E406B442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B39550-AC21-9F79-398C-797965E7ED7E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8CA96E69-E8B8-ED2C-A54F-2BEE8A944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3E19B5-CB9F-FCAB-4965-A2FCDB3E1E41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16910B5-4B0F-053D-52F8-6E7A83DF712D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834A338A-F160-5C32-7BC1-99716FB176B4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834A338A-F160-5C32-7BC1-99716FB176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B9A750FB-B1ED-3591-A8D9-F03337C2D67A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B9A750FB-B1ED-3591-A8D9-F03337C2D6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2BF8FC99-6A3B-8ED8-44DA-65341A8FC9B1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2BF8FC99-6A3B-8ED8-44DA-65341A8FC9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0E7676F1-41BC-9437-E984-8B13EA832B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52D0533E-1038-4983-6177-BCD166E066A4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117260D-3E16-2654-07DE-07FCDA0DCF42}"/>
              </a:ext>
            </a:extLst>
          </p:cNvPr>
          <p:cNvCxnSpPr>
            <a:cxnSpLocks/>
          </p:cNvCxnSpPr>
          <p:nvPr/>
        </p:nvCxnSpPr>
        <p:spPr>
          <a:xfrm>
            <a:off x="3796144" y="1872841"/>
            <a:ext cx="12221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E995D340-93A5-370B-72CA-C5E2FA19EF1B}"/>
                  </a:ext>
                </a:extLst>
              </p:cNvPr>
              <p:cNvSpPr/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E995D340-93A5-370B-72CA-C5E2FA19EF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8589144F-14EB-3A46-869F-7772185E95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0619" y="2421694"/>
            <a:ext cx="2045634" cy="947928"/>
          </a:xfrm>
          <a:prstGeom prst="curvedConnector3">
            <a:avLst>
              <a:gd name="adj1" fmla="val 10002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B3B9B566-8837-9941-CE4D-2E47449517BF}"/>
                  </a:ext>
                </a:extLst>
              </p:cNvPr>
              <p:cNvSpPr/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B3B9B566-8837-9941-CE4D-2E4744951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phic 15" descr="Measuring Cup with solid fill">
            <a:extLst>
              <a:ext uri="{FF2B5EF4-FFF2-40B4-BE49-F238E27FC236}">
                <a16:creationId xmlns:a16="http://schemas.microsoft.com/office/drawing/2014/main" id="{C188F168-BD4E-1296-0033-6607381968C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16C7F0A-679B-B9CE-4CE9-47CA36A69C35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4467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E821E-E5AB-8B85-167C-1A4251286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47C0AB93-2A07-B3AB-298C-80CDBDA6938D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55762B-48F7-4076-5104-690D735CA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344580-EB68-A845-AB63-2688BB00E030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F6FFD5FC-DB8B-233B-628D-F72840971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19E8FC-3A67-E99A-5DFF-9BF3FCCE9EB0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73491A1-3C44-8E20-107C-71416197FEAF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BD6575D4-9672-4FED-938B-CD744D8B4DFA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BD6575D4-9672-4FED-938B-CD744D8B4D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66AA313B-6994-0918-DD58-923CD0C5D55D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66AA313B-6994-0918-DD58-923CD0C5D5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5FCA7DF2-C937-1257-2F09-4EACD668ECFC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5FCA7DF2-C937-1257-2F09-4EACD668EC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0B262F0E-CD08-1EA6-8631-24B6FFF0BE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9D835502-FB5A-6CCC-2014-F41796582062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3F029EEE-F857-E6C3-07FD-B8F89FADE66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0619" y="2421694"/>
            <a:ext cx="2045634" cy="947928"/>
          </a:xfrm>
          <a:prstGeom prst="curvedConnector3">
            <a:avLst>
              <a:gd name="adj1" fmla="val 10002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7FF4B5-4144-FD92-0C93-9E9C7E6F36AF}"/>
              </a:ext>
            </a:extLst>
          </p:cNvPr>
          <p:cNvCxnSpPr>
            <a:cxnSpLocks/>
          </p:cNvCxnSpPr>
          <p:nvPr/>
        </p:nvCxnSpPr>
        <p:spPr>
          <a:xfrm>
            <a:off x="3796144" y="1872841"/>
            <a:ext cx="12221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443DC6B4-B981-8F20-4845-4FEC8B6A076B}"/>
                  </a:ext>
                </a:extLst>
              </p:cNvPr>
              <p:cNvSpPr/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443DC6B4-B981-8F20-4845-4FEC8B6A07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3B2069A7-3ACE-80CC-A63E-BBFCF60E6541}"/>
                  </a:ext>
                </a:extLst>
              </p:cNvPr>
              <p:cNvSpPr/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3B2069A7-3ACE-80CC-A63E-BBFCF60E65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357E1B-F7AB-0AD9-C2D8-CC305591C127}"/>
              </a:ext>
            </a:extLst>
          </p:cNvPr>
          <p:cNvCxnSpPr>
            <a:cxnSpLocks/>
          </p:cNvCxnSpPr>
          <p:nvPr/>
        </p:nvCxnSpPr>
        <p:spPr>
          <a:xfrm>
            <a:off x="5268686" y="3918475"/>
            <a:ext cx="6687962" cy="0"/>
          </a:xfrm>
          <a:prstGeom prst="straightConnector1">
            <a:avLst/>
          </a:prstGeom>
          <a:ln w="146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547EDE20-0351-643A-E2AA-BF44099054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B36154-32B6-B883-C2E3-82960337C3D6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4297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82BD1-0F7F-0B9D-0F5B-913C509EC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FE077932-DDDC-178A-4736-DA1C53A0C174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668C91-54A6-CE1B-34B9-5E5759F8A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672361-3C09-E715-D6ED-93DB4ED7CCDF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089D322D-3583-8B00-86AE-AAE33F64D1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1CE5D6-948D-1A0D-8921-FC515E2EB76B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AEE5BC5-443B-F42E-B2E1-8E635C7059BE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430B562B-3DCF-AFB8-BE19-24BDAE7DA416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430B562B-3DCF-AFB8-BE19-24BDAE7DA4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E604399C-64AF-F597-BEF5-8CDC9564B6F3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E604399C-64AF-F597-BEF5-8CDC9564B6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063C3D37-83D8-0719-DFFE-3691A859ECEF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063C3D37-83D8-0719-DFFE-3691A859EC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F8731EBF-D831-0E22-22E0-2012C6B8E9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5059DDFA-C088-9820-378E-9E6C96FCD7BD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57AEB1BF-9D56-E270-CC65-F5F356F6318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0619" y="2421694"/>
            <a:ext cx="2045634" cy="947928"/>
          </a:xfrm>
          <a:prstGeom prst="curvedConnector3">
            <a:avLst>
              <a:gd name="adj1" fmla="val 10002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477EB26-38EB-B690-481E-D39EC60398C9}"/>
              </a:ext>
            </a:extLst>
          </p:cNvPr>
          <p:cNvCxnSpPr>
            <a:cxnSpLocks/>
          </p:cNvCxnSpPr>
          <p:nvPr/>
        </p:nvCxnSpPr>
        <p:spPr>
          <a:xfrm>
            <a:off x="3796144" y="1872841"/>
            <a:ext cx="12221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Bent Arrow 17">
            <a:extLst>
              <a:ext uri="{FF2B5EF4-FFF2-40B4-BE49-F238E27FC236}">
                <a16:creationId xmlns:a16="http://schemas.microsoft.com/office/drawing/2014/main" id="{F4412028-4F8F-F803-E0EE-1B354BF765BE}"/>
              </a:ext>
            </a:extLst>
          </p:cNvPr>
          <p:cNvSpPr/>
          <p:nvPr/>
        </p:nvSpPr>
        <p:spPr>
          <a:xfrm rot="10800000" flipH="1">
            <a:off x="6979438" y="3918474"/>
            <a:ext cx="813816" cy="187272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12DC1725-B27F-F688-9076-C99AFD282865}"/>
                  </a:ext>
                </a:extLst>
              </p:cNvPr>
              <p:cNvSpPr/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12DC1725-B27F-F688-9076-C99AFD2828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C7D15E28-D138-6683-C550-4B3EF82891E0}"/>
                  </a:ext>
                </a:extLst>
              </p:cNvPr>
              <p:cNvSpPr/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C7D15E28-D138-6683-C550-4B3EF8289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5B2EB3-166F-0E73-814F-9F231F905BC9}"/>
              </a:ext>
            </a:extLst>
          </p:cNvPr>
          <p:cNvCxnSpPr>
            <a:cxnSpLocks/>
          </p:cNvCxnSpPr>
          <p:nvPr/>
        </p:nvCxnSpPr>
        <p:spPr>
          <a:xfrm>
            <a:off x="5268686" y="3918475"/>
            <a:ext cx="6687962" cy="0"/>
          </a:xfrm>
          <a:prstGeom prst="straightConnector1">
            <a:avLst/>
          </a:prstGeom>
          <a:ln w="146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651F7D28-1390-3243-CE25-BF551E9EAE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5851C50E-4710-D362-0AB6-2A35F5F886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46706" y="5197035"/>
            <a:ext cx="914400" cy="914400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62EC1E5-E42E-757A-C1A1-8AA02073F30D}"/>
              </a:ext>
            </a:extLst>
          </p:cNvPr>
          <p:cNvCxnSpPr>
            <a:cxnSpLocks/>
          </p:cNvCxnSpPr>
          <p:nvPr/>
        </p:nvCxnSpPr>
        <p:spPr>
          <a:xfrm>
            <a:off x="8126297" y="5663402"/>
            <a:ext cx="1222170" cy="0"/>
          </a:xfrm>
          <a:prstGeom prst="straightConnector1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Line Callout 1 51">
                <a:extLst>
                  <a:ext uri="{FF2B5EF4-FFF2-40B4-BE49-F238E27FC236}">
                    <a16:creationId xmlns:a16="http://schemas.microsoft.com/office/drawing/2014/main" id="{834076BE-4F71-BA9B-80BE-CEDFA3FEB123}"/>
                  </a:ext>
                </a:extLst>
              </p:cNvPr>
              <p:cNvSpPr/>
              <p:nvPr/>
            </p:nvSpPr>
            <p:spPr>
              <a:xfrm>
                <a:off x="8443505" y="4739143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95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" name="Line Callout 1 51">
                <a:extLst>
                  <a:ext uri="{FF2B5EF4-FFF2-40B4-BE49-F238E27FC236}">
                    <a16:creationId xmlns:a16="http://schemas.microsoft.com/office/drawing/2014/main" id="{834076BE-4F71-BA9B-80BE-CEDFA3FEB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505" y="4739143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FB2F6C78-5DDA-C5B8-1B03-D153B5A89E5A}"/>
                  </a:ext>
                </a:extLst>
              </p:cNvPr>
              <p:cNvSpPr/>
              <p:nvPr/>
            </p:nvSpPr>
            <p:spPr>
              <a:xfrm>
                <a:off x="8625315" y="5972262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FB2F6C78-5DDA-C5B8-1B03-D153B5A89E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315" y="5972262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1161D0E-1A12-7051-7442-60BA2DCAB07F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7099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2D03C-C5B3-BCB1-2E61-D83EDDFCC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53D78A-6EF6-35D1-7CA2-2B1B9602713F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AB408D-18A7-9E7D-7C26-7FA8C6B31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648CB4-D1E5-536D-376E-5F3015B0CB10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56EC797C-6829-BFFB-0F83-E8737417ED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2EC021-43B7-FC21-E930-75002ED186CB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3AC06C-D339-E194-125A-0139C9ACA247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D9A3F19E-7C69-7447-86E0-352D33BC0EB3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D9A3F19E-7C69-7447-86E0-352D33BC0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4301E8BC-A95A-2BDC-CFF0-3BA60DA88BB7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4301E8BC-A95A-2BDC-CFF0-3BA60DA88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3F634C6D-EE56-3A5F-5927-054253FB31E0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3F634C6D-EE56-3A5F-5927-054253FB3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678664A6-F4F2-5E2B-4785-8EB239B45A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7926CCFF-F124-F58E-A9E3-F9F8DD68B59E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425A1674-92DA-5C63-94E2-BBFF540550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0619" y="2421694"/>
            <a:ext cx="2045634" cy="947928"/>
          </a:xfrm>
          <a:prstGeom prst="curvedConnector3">
            <a:avLst>
              <a:gd name="adj1" fmla="val 10002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CB3C21-B583-2597-F5CE-0D2A1880F5CA}"/>
              </a:ext>
            </a:extLst>
          </p:cNvPr>
          <p:cNvCxnSpPr>
            <a:cxnSpLocks/>
          </p:cNvCxnSpPr>
          <p:nvPr/>
        </p:nvCxnSpPr>
        <p:spPr>
          <a:xfrm>
            <a:off x="3796144" y="1872841"/>
            <a:ext cx="12221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Bent Arrow 17">
            <a:extLst>
              <a:ext uri="{FF2B5EF4-FFF2-40B4-BE49-F238E27FC236}">
                <a16:creationId xmlns:a16="http://schemas.microsoft.com/office/drawing/2014/main" id="{701C353D-A101-B953-9707-19AEB807E116}"/>
              </a:ext>
            </a:extLst>
          </p:cNvPr>
          <p:cNvSpPr/>
          <p:nvPr/>
        </p:nvSpPr>
        <p:spPr>
          <a:xfrm rot="10800000" flipH="1">
            <a:off x="6979438" y="3918474"/>
            <a:ext cx="813816" cy="187272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475BAFF6-FC71-58CC-98C4-ECDBAE59D2D6}"/>
                  </a:ext>
                </a:extLst>
              </p:cNvPr>
              <p:cNvSpPr/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475BAFF6-FC71-58CC-98C4-ECDBAE59D2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051A198B-13BE-0893-7100-62F9631C5D60}"/>
                  </a:ext>
                </a:extLst>
              </p:cNvPr>
              <p:cNvSpPr/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051A198B-13BE-0893-7100-62F9631C5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447AE4-9B47-29EA-4575-CF10E8CBD721}"/>
              </a:ext>
            </a:extLst>
          </p:cNvPr>
          <p:cNvCxnSpPr>
            <a:cxnSpLocks/>
          </p:cNvCxnSpPr>
          <p:nvPr/>
        </p:nvCxnSpPr>
        <p:spPr>
          <a:xfrm>
            <a:off x="5268686" y="3918475"/>
            <a:ext cx="6687962" cy="0"/>
          </a:xfrm>
          <a:prstGeom prst="straightConnector1">
            <a:avLst/>
          </a:prstGeom>
          <a:ln w="146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F3778BD6-8AB9-DA77-215A-2F7DAF250B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A7F6ECB6-2FDE-02F7-C9B9-08FE7AD7F04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46706" y="5197035"/>
            <a:ext cx="914400" cy="914400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109A36E-F3DA-D55F-FDFF-885489A6DDEB}"/>
              </a:ext>
            </a:extLst>
          </p:cNvPr>
          <p:cNvCxnSpPr>
            <a:cxnSpLocks/>
          </p:cNvCxnSpPr>
          <p:nvPr/>
        </p:nvCxnSpPr>
        <p:spPr>
          <a:xfrm>
            <a:off x="8126297" y="5663402"/>
            <a:ext cx="1222170" cy="0"/>
          </a:xfrm>
          <a:prstGeom prst="straightConnector1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Line Callout 1 51">
                <a:extLst>
                  <a:ext uri="{FF2B5EF4-FFF2-40B4-BE49-F238E27FC236}">
                    <a16:creationId xmlns:a16="http://schemas.microsoft.com/office/drawing/2014/main" id="{B435C6CF-6020-A171-DB3F-67DFA0DB2656}"/>
                  </a:ext>
                </a:extLst>
              </p:cNvPr>
              <p:cNvSpPr/>
              <p:nvPr/>
            </p:nvSpPr>
            <p:spPr>
              <a:xfrm>
                <a:off x="8443505" y="4739143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95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" name="Line Callout 1 51">
                <a:extLst>
                  <a:ext uri="{FF2B5EF4-FFF2-40B4-BE49-F238E27FC236}">
                    <a16:creationId xmlns:a16="http://schemas.microsoft.com/office/drawing/2014/main" id="{B435C6CF-6020-A171-DB3F-67DFA0DB26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505" y="4739143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AE9C4A63-71C2-C8E1-1C12-8E2D9C8836E0}"/>
                  </a:ext>
                </a:extLst>
              </p:cNvPr>
              <p:cNvSpPr/>
              <p:nvPr/>
            </p:nvSpPr>
            <p:spPr>
              <a:xfrm>
                <a:off x="8625315" y="5972262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AE9C4A63-71C2-C8E1-1C12-8E2D9C8836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315" y="5972262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79861A7F-4CDE-22F1-2BA7-60AF38614B9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802088" y="4491033"/>
            <a:ext cx="1696525" cy="551407"/>
          </a:xfrm>
          <a:prstGeom prst="curvedConnector3">
            <a:avLst>
              <a:gd name="adj1" fmla="val 100476"/>
            </a:avLst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07A73D2-FB8A-7C2A-87FE-781DA5FC28E7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9281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099D9-9A84-0BF3-2B9D-C3ADCB5C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A8A87C0B-4282-1850-2464-665CDC2DAAB3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97F136-98E0-8200-15CD-F19094DE5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4A00C6-26B0-457E-5530-DE0394A10D75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7B3F1E17-BD74-12AC-257F-E8F2899BD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00407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E7FF0E-42F0-FECB-01D6-C9EA5740F8C1}"/>
              </a:ext>
            </a:extLst>
          </p:cNvPr>
          <p:cNvCxnSpPr>
            <a:cxnSpLocks/>
          </p:cNvCxnSpPr>
          <p:nvPr/>
        </p:nvCxnSpPr>
        <p:spPr>
          <a:xfrm>
            <a:off x="241816" y="3918475"/>
            <a:ext cx="11714832" cy="0"/>
          </a:xfrm>
          <a:prstGeom prst="straightConnector1">
            <a:avLst/>
          </a:prstGeom>
          <a:ln w="146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DE65EF5-9104-22E2-6820-91ED4A3799C1}"/>
              </a:ext>
            </a:extLst>
          </p:cNvPr>
          <p:cNvSpPr txBox="1"/>
          <p:nvPr/>
        </p:nvSpPr>
        <p:spPr>
          <a:xfrm>
            <a:off x="5717036" y="4006343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60941B17-E944-D3FC-68FA-B0BBCC89B1FD}"/>
                  </a:ext>
                </a:extLst>
              </p:cNvPr>
              <p:cNvSpPr/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Line Callout 1 1">
                <a:extLst>
                  <a:ext uri="{FF2B5EF4-FFF2-40B4-BE49-F238E27FC236}">
                    <a16:creationId xmlns:a16="http://schemas.microsoft.com/office/drawing/2014/main" id="{60941B17-E944-D3FC-68FA-B0BBCC89B1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9" y="3004076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DD9273F0-CF16-5E21-6470-C004A2434DF4}"/>
                  </a:ext>
                </a:extLst>
              </p:cNvPr>
              <p:cNvSpPr/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Line Callout 1 2">
                <a:extLst>
                  <a:ext uri="{FF2B5EF4-FFF2-40B4-BE49-F238E27FC236}">
                    <a16:creationId xmlns:a16="http://schemas.microsoft.com/office/drawing/2014/main" id="{DD9273F0-CF16-5E21-6470-C004A2434D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192" y="4179361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7"/>
                <a:stretch>
                  <a:fillRect r="-200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666CE1B6-C20F-DF71-C9BC-799DB3B8D0E8}"/>
                  </a:ext>
                </a:extLst>
              </p:cNvPr>
              <p:cNvSpPr/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666CE1B6-C20F-DF71-C9BC-799DB3B8D0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42" y="3006297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8"/>
                <a:stretch>
                  <a:fillRect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09A7C05E-E8E1-6F0B-A503-78F002F71D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21508">
            <a:off x="3210566" y="1448298"/>
            <a:ext cx="914400" cy="914400"/>
          </a:xfrm>
          <a:prstGeom prst="rect">
            <a:avLst/>
          </a:prstGeom>
        </p:spPr>
      </p:pic>
      <p:sp>
        <p:nvSpPr>
          <p:cNvPr id="27" name="Bent Arrow 26">
            <a:extLst>
              <a:ext uri="{FF2B5EF4-FFF2-40B4-BE49-F238E27FC236}">
                <a16:creationId xmlns:a16="http://schemas.microsoft.com/office/drawing/2014/main" id="{25483A65-83F0-614B-F794-97E2814869EC}"/>
              </a:ext>
            </a:extLst>
          </p:cNvPr>
          <p:cNvSpPr/>
          <p:nvPr/>
        </p:nvSpPr>
        <p:spPr>
          <a:xfrm>
            <a:off x="2687724" y="1751956"/>
            <a:ext cx="813816" cy="2166519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E0C12147-96CD-D2E5-7376-E603D5DBBEA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0619" y="2421694"/>
            <a:ext cx="2045634" cy="947928"/>
          </a:xfrm>
          <a:prstGeom prst="curvedConnector3">
            <a:avLst>
              <a:gd name="adj1" fmla="val 10002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BDBF08-F6FB-A541-8D30-9B2C0EEED8AA}"/>
              </a:ext>
            </a:extLst>
          </p:cNvPr>
          <p:cNvCxnSpPr>
            <a:cxnSpLocks/>
          </p:cNvCxnSpPr>
          <p:nvPr/>
        </p:nvCxnSpPr>
        <p:spPr>
          <a:xfrm>
            <a:off x="3796144" y="1872841"/>
            <a:ext cx="12221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Bent Arrow 17">
            <a:extLst>
              <a:ext uri="{FF2B5EF4-FFF2-40B4-BE49-F238E27FC236}">
                <a16:creationId xmlns:a16="http://schemas.microsoft.com/office/drawing/2014/main" id="{612FE33B-BAAD-9044-3688-5B956351B685}"/>
              </a:ext>
            </a:extLst>
          </p:cNvPr>
          <p:cNvSpPr/>
          <p:nvPr/>
        </p:nvSpPr>
        <p:spPr>
          <a:xfrm rot="10800000" flipH="1">
            <a:off x="6979438" y="3918474"/>
            <a:ext cx="813816" cy="187272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34972260-CFC0-5BF1-AC4D-337A58E3E1FD}"/>
                  </a:ext>
                </a:extLst>
              </p:cNvPr>
              <p:cNvSpPr/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Line Callout 1 33">
                <a:extLst>
                  <a:ext uri="{FF2B5EF4-FFF2-40B4-BE49-F238E27FC236}">
                    <a16:creationId xmlns:a16="http://schemas.microsoft.com/office/drawing/2014/main" id="{34972260-CFC0-5BF1-AC4D-337A58E3E1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52" y="948582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5AF8C30F-F46C-B27F-4634-8B747FD3FC59}"/>
                  </a:ext>
                </a:extLst>
              </p:cNvPr>
              <p:cNvSpPr/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5AF8C30F-F46C-B27F-4634-8B747FD3F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162" y="2181701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C1C270-E63E-D713-7AB4-512C588E3072}"/>
              </a:ext>
            </a:extLst>
          </p:cNvPr>
          <p:cNvCxnSpPr>
            <a:cxnSpLocks/>
          </p:cNvCxnSpPr>
          <p:nvPr/>
        </p:nvCxnSpPr>
        <p:spPr>
          <a:xfrm>
            <a:off x="5268686" y="3918475"/>
            <a:ext cx="6687962" cy="0"/>
          </a:xfrm>
          <a:prstGeom prst="straightConnector1">
            <a:avLst/>
          </a:prstGeom>
          <a:ln w="146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4430C108-668C-FB55-4478-189E4F3F80F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30" y="3850568"/>
            <a:ext cx="914400" cy="914400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03F67381-2B23-785F-F7BA-75311A5E3D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46706" y="5197035"/>
            <a:ext cx="914400" cy="914400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D873B64-5C38-4325-1853-16FE41135D95}"/>
              </a:ext>
            </a:extLst>
          </p:cNvPr>
          <p:cNvCxnSpPr>
            <a:cxnSpLocks/>
          </p:cNvCxnSpPr>
          <p:nvPr/>
        </p:nvCxnSpPr>
        <p:spPr>
          <a:xfrm>
            <a:off x="8126297" y="5663402"/>
            <a:ext cx="1222170" cy="0"/>
          </a:xfrm>
          <a:prstGeom prst="straightConnector1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Line Callout 1 51">
                <a:extLst>
                  <a:ext uri="{FF2B5EF4-FFF2-40B4-BE49-F238E27FC236}">
                    <a16:creationId xmlns:a16="http://schemas.microsoft.com/office/drawing/2014/main" id="{44412EFC-33C7-5442-A3A9-BFBD4F88E365}"/>
                  </a:ext>
                </a:extLst>
              </p:cNvPr>
              <p:cNvSpPr/>
              <p:nvPr/>
            </p:nvSpPr>
            <p:spPr>
              <a:xfrm>
                <a:off x="8443505" y="4739143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95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" name="Line Callout 1 51">
                <a:extLst>
                  <a:ext uri="{FF2B5EF4-FFF2-40B4-BE49-F238E27FC236}">
                    <a16:creationId xmlns:a16="http://schemas.microsoft.com/office/drawing/2014/main" id="{44412EFC-33C7-5442-A3A9-BFBD4F88E3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505" y="4739143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7AE8F331-1FFC-16B9-B219-433080EFD6E4}"/>
                  </a:ext>
                </a:extLst>
              </p:cNvPr>
              <p:cNvSpPr/>
              <p:nvPr/>
            </p:nvSpPr>
            <p:spPr>
              <a:xfrm>
                <a:off x="8625315" y="5972262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7AE8F331-1FFC-16B9-B219-433080EFD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315" y="5972262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CC7BC11C-EDB2-8F51-0F16-A9CD4E3577D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802088" y="4491033"/>
            <a:ext cx="1696525" cy="551407"/>
          </a:xfrm>
          <a:prstGeom prst="curvedConnector3">
            <a:avLst>
              <a:gd name="adj1" fmla="val 100476"/>
            </a:avLst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9B100F-65F6-4368-5480-624D7935D90B}"/>
              </a:ext>
            </a:extLst>
          </p:cNvPr>
          <p:cNvCxnSpPr>
            <a:cxnSpLocks/>
          </p:cNvCxnSpPr>
          <p:nvPr/>
        </p:nvCxnSpPr>
        <p:spPr>
          <a:xfrm>
            <a:off x="9499600" y="3918474"/>
            <a:ext cx="2457048" cy="0"/>
          </a:xfrm>
          <a:prstGeom prst="straightConnector1">
            <a:avLst/>
          </a:prstGeom>
          <a:ln w="146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E3CDF6E-6904-DBC7-E6BA-50441ED12C3A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29335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365C36-CB3E-BC2B-EED2-4338AA47E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CA135228-4F1C-253E-E913-3BFCA7894E63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90BED7-BA23-2AD1-0016-49BB95DAB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46E34B-9A88-6AF2-61B9-9E0A55CDFE8E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2465E485-CEFB-9A7B-4031-EFD6000C3F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9080" y="1341632"/>
            <a:ext cx="774477" cy="774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5E2639A-A143-E72C-1A17-D5F967972F39}"/>
              </a:ext>
            </a:extLst>
          </p:cNvPr>
          <p:cNvSpPr txBox="1"/>
          <p:nvPr/>
        </p:nvSpPr>
        <p:spPr>
          <a:xfrm>
            <a:off x="4619557" y="3118794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B678E8FC-C9E3-0DDE-81D7-5762E3515700}"/>
                  </a:ext>
                </a:extLst>
              </p:cNvPr>
              <p:cNvSpPr/>
              <p:nvPr/>
            </p:nvSpPr>
            <p:spPr>
              <a:xfrm>
                <a:off x="10471093" y="149252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B678E8FC-C9E3-0DDE-81D7-5762E35157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1093" y="149252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blipFill>
                <a:blip r:embed="rId6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89ED2DB3-6535-5DC5-BBE2-D03A560023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421508">
            <a:off x="9531279" y="2892427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298DA15F-C5DD-CECC-2E9D-A182DF9B9D69}"/>
                  </a:ext>
                </a:extLst>
              </p:cNvPr>
              <p:cNvSpPr/>
              <p:nvPr/>
            </p:nvSpPr>
            <p:spPr>
              <a:xfrm>
                <a:off x="10385445" y="2768650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298DA15F-C5DD-CECC-2E9D-A182DF9B9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445" y="2768650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BD323D9B-D119-3849-0432-0B785B22DD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2971" y="1998776"/>
            <a:ext cx="774477" cy="774477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29CBAB79-9401-6E68-0F3D-0B119A5B69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84145" y="3989396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109DE8A6-B4A0-FE0A-53CF-D03BEB8A02F3}"/>
                  </a:ext>
                </a:extLst>
              </p:cNvPr>
              <p:cNvSpPr/>
              <p:nvPr/>
            </p:nvSpPr>
            <p:spPr>
              <a:xfrm>
                <a:off x="10385445" y="3964401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109DE8A6-B4A0-FE0A-53CF-D03BEB8A02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445" y="3964401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4298F78F-53F1-3C7B-7575-6D20F8F8E4E7}"/>
              </a:ext>
            </a:extLst>
          </p:cNvPr>
          <p:cNvGrpSpPr/>
          <p:nvPr/>
        </p:nvGrpSpPr>
        <p:grpSpPr>
          <a:xfrm>
            <a:off x="37871" y="3043158"/>
            <a:ext cx="9485100" cy="54421"/>
            <a:chOff x="137504" y="2525104"/>
            <a:chExt cx="5842382" cy="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740B505-545E-022C-5E25-B4C09E37006E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43E3B8-E4A6-146E-7387-5D900EC8D47E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DBEC01C-3044-689C-9E64-1E13C1C685DA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591450A-26C7-FDF4-5D77-8C85B598525B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9519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DF62D-5F50-D191-8C42-2333D796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062E9AA7-84DC-6BBC-1CE2-F18B5BA8876A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E0AD4E-AF8F-22D1-F1F3-B890FED5F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FBB8DD-F835-F883-5047-688BFB8F52E2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92A16C03-22FE-ED9E-E8ED-D2E30D9C9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9080" y="1341632"/>
            <a:ext cx="774477" cy="774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FBA18BC-F9ED-B80C-ED5E-990D4AD6DF73}"/>
              </a:ext>
            </a:extLst>
          </p:cNvPr>
          <p:cNvSpPr txBox="1"/>
          <p:nvPr/>
        </p:nvSpPr>
        <p:spPr>
          <a:xfrm>
            <a:off x="4609518" y="3138982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9BC1EE84-5006-9F2F-E1F5-2F0326FBFB7A}"/>
                  </a:ext>
                </a:extLst>
              </p:cNvPr>
              <p:cNvSpPr/>
              <p:nvPr/>
            </p:nvSpPr>
            <p:spPr>
              <a:xfrm>
                <a:off x="10471093" y="149252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9BC1EE84-5006-9F2F-E1F5-2F0326FBFB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1093" y="149252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blipFill>
                <a:blip r:embed="rId6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04AC4DB8-7313-972A-146F-69DA1F1195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421508">
            <a:off x="9531279" y="2892427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8DCFF536-E41F-E11F-73FF-97A5C506220F}"/>
                  </a:ext>
                </a:extLst>
              </p:cNvPr>
              <p:cNvSpPr/>
              <p:nvPr/>
            </p:nvSpPr>
            <p:spPr>
              <a:xfrm>
                <a:off x="10385445" y="2768650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8DCFF536-E41F-E11F-73FF-97A5C50622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445" y="2768650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FD66705F-6AAB-02D1-5634-C0292C2E24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2971" y="1998776"/>
            <a:ext cx="774477" cy="774477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42C0C88D-15AB-B4FA-1BE8-71546CD69B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84145" y="3989396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9E57A012-2758-BA9E-E4BA-DC570C54C6A9}"/>
                  </a:ext>
                </a:extLst>
              </p:cNvPr>
              <p:cNvSpPr/>
              <p:nvPr/>
            </p:nvSpPr>
            <p:spPr>
              <a:xfrm>
                <a:off x="10385445" y="3964401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9E57A012-2758-BA9E-E4BA-DC570C54C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445" y="3964401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289FD25F-511A-2AAA-3DD2-5F8614B27172}"/>
              </a:ext>
            </a:extLst>
          </p:cNvPr>
          <p:cNvGrpSpPr/>
          <p:nvPr/>
        </p:nvGrpSpPr>
        <p:grpSpPr>
          <a:xfrm>
            <a:off x="37871" y="3043158"/>
            <a:ext cx="9485100" cy="54421"/>
            <a:chOff x="137504" y="2525104"/>
            <a:chExt cx="5842382" cy="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FA3F8C4-6BD1-96DF-E074-06D4B600A6BD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1DD8456-745D-9F50-09E2-A349408A3384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D83CC67-F2AB-287B-5CCE-0CA61D03C724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Line Callout 1 21">
                <a:extLst>
                  <a:ext uri="{FF2B5EF4-FFF2-40B4-BE49-F238E27FC236}">
                    <a16:creationId xmlns:a16="http://schemas.microsoft.com/office/drawing/2014/main" id="{1C605D7D-D733-341A-B888-E3D47CEA9416}"/>
                  </a:ext>
                </a:extLst>
              </p:cNvPr>
              <p:cNvSpPr/>
              <p:nvPr/>
            </p:nvSpPr>
            <p:spPr>
              <a:xfrm>
                <a:off x="429355" y="2069698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2" name="Line Callout 1 21">
                <a:extLst>
                  <a:ext uri="{FF2B5EF4-FFF2-40B4-BE49-F238E27FC236}">
                    <a16:creationId xmlns:a16="http://schemas.microsoft.com/office/drawing/2014/main" id="{1C605D7D-D733-341A-B888-E3D47CEA94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55" y="2069698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5"/>
                <a:stretch>
                  <a:fillRect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Line Callout 1 22">
                <a:extLst>
                  <a:ext uri="{FF2B5EF4-FFF2-40B4-BE49-F238E27FC236}">
                    <a16:creationId xmlns:a16="http://schemas.microsoft.com/office/drawing/2014/main" id="{7EE06328-2857-017E-4319-523526DF132A}"/>
                  </a:ext>
                </a:extLst>
              </p:cNvPr>
              <p:cNvSpPr/>
              <p:nvPr/>
            </p:nvSpPr>
            <p:spPr>
              <a:xfrm>
                <a:off x="716893" y="3369815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" name="Line Callout 1 22">
                <a:extLst>
                  <a:ext uri="{FF2B5EF4-FFF2-40B4-BE49-F238E27FC236}">
                    <a16:creationId xmlns:a16="http://schemas.microsoft.com/office/drawing/2014/main" id="{7EE06328-2857-017E-4319-523526DF13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93" y="3369815"/>
                <a:ext cx="534456" cy="638679"/>
              </a:xfrm>
              <a:prstGeom prst="borderCallout1">
                <a:avLst>
                  <a:gd name="adj1" fmla="val 6498"/>
                  <a:gd name="adj2" fmla="val 2895"/>
                  <a:gd name="adj3" fmla="val -40513"/>
                  <a:gd name="adj4" fmla="val -14496"/>
                </a:avLst>
              </a:prstGeom>
              <a:blipFill>
                <a:blip r:embed="rId16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Line Callout 1 24">
                <a:extLst>
                  <a:ext uri="{FF2B5EF4-FFF2-40B4-BE49-F238E27FC236}">
                    <a16:creationId xmlns:a16="http://schemas.microsoft.com/office/drawing/2014/main" id="{78BECF01-2180-AD51-8364-3D4094DF7B29}"/>
                  </a:ext>
                </a:extLst>
              </p:cNvPr>
              <p:cNvSpPr/>
              <p:nvPr/>
            </p:nvSpPr>
            <p:spPr>
              <a:xfrm>
                <a:off x="1545779" y="2077680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Line Callout 1 24">
                <a:extLst>
                  <a:ext uri="{FF2B5EF4-FFF2-40B4-BE49-F238E27FC236}">
                    <a16:creationId xmlns:a16="http://schemas.microsoft.com/office/drawing/2014/main" id="{78BECF01-2180-AD51-8364-3D4094DF7B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779" y="2077680"/>
                <a:ext cx="534456" cy="653514"/>
              </a:xfrm>
              <a:prstGeom prst="borderCallout1">
                <a:avLst>
                  <a:gd name="adj1" fmla="val 96785"/>
                  <a:gd name="adj2" fmla="val -1437"/>
                  <a:gd name="adj3" fmla="val 139114"/>
                  <a:gd name="adj4" fmla="val -16661"/>
                </a:avLst>
              </a:prstGeom>
              <a:blipFill>
                <a:blip r:embed="rId17"/>
                <a:stretch>
                  <a:fillRect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Line Callout 1 25">
                <a:extLst>
                  <a:ext uri="{FF2B5EF4-FFF2-40B4-BE49-F238E27FC236}">
                    <a16:creationId xmlns:a16="http://schemas.microsoft.com/office/drawing/2014/main" id="{4D12B06F-31EA-BF80-331F-31A18BE87F19}"/>
                  </a:ext>
                </a:extLst>
              </p:cNvPr>
              <p:cNvSpPr/>
              <p:nvPr/>
            </p:nvSpPr>
            <p:spPr>
              <a:xfrm>
                <a:off x="3402573" y="2069698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6" name="Line Callout 1 25">
                <a:extLst>
                  <a:ext uri="{FF2B5EF4-FFF2-40B4-BE49-F238E27FC236}">
                    <a16:creationId xmlns:a16="http://schemas.microsoft.com/office/drawing/2014/main" id="{4D12B06F-31EA-BF80-331F-31A18BE87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573" y="2069698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Line Callout 1 28">
                <a:extLst>
                  <a:ext uri="{FF2B5EF4-FFF2-40B4-BE49-F238E27FC236}">
                    <a16:creationId xmlns:a16="http://schemas.microsoft.com/office/drawing/2014/main" id="{66007524-0927-82E9-1255-45954155DC7F}"/>
                  </a:ext>
                </a:extLst>
              </p:cNvPr>
              <p:cNvSpPr/>
              <p:nvPr/>
            </p:nvSpPr>
            <p:spPr>
              <a:xfrm>
                <a:off x="3602012" y="3401249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9" name="Line Callout 1 28">
                <a:extLst>
                  <a:ext uri="{FF2B5EF4-FFF2-40B4-BE49-F238E27FC236}">
                    <a16:creationId xmlns:a16="http://schemas.microsoft.com/office/drawing/2014/main" id="{66007524-0927-82E9-1255-45954155DC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012" y="3401249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Line Callout 1 29">
                <a:extLst>
                  <a:ext uri="{FF2B5EF4-FFF2-40B4-BE49-F238E27FC236}">
                    <a16:creationId xmlns:a16="http://schemas.microsoft.com/office/drawing/2014/main" id="{EDC2BC03-05F1-D33F-5378-DDED4A9FDA32}"/>
                  </a:ext>
                </a:extLst>
              </p:cNvPr>
              <p:cNvSpPr/>
              <p:nvPr/>
            </p:nvSpPr>
            <p:spPr>
              <a:xfrm>
                <a:off x="6166903" y="2122259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95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0" name="Line Callout 1 29">
                <a:extLst>
                  <a:ext uri="{FF2B5EF4-FFF2-40B4-BE49-F238E27FC236}">
                    <a16:creationId xmlns:a16="http://schemas.microsoft.com/office/drawing/2014/main" id="{EDC2BC03-05F1-D33F-5378-DDED4A9FDA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903" y="2122259"/>
                <a:ext cx="806120" cy="653514"/>
              </a:xfrm>
              <a:prstGeom prst="borderCallout1">
                <a:avLst>
                  <a:gd name="adj1" fmla="val 96785"/>
                  <a:gd name="adj2" fmla="val -1437"/>
                  <a:gd name="adj3" fmla="val 137343"/>
                  <a:gd name="adj4" fmla="val -14495"/>
                </a:avLst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Line Callout 1 30">
                <a:extLst>
                  <a:ext uri="{FF2B5EF4-FFF2-40B4-BE49-F238E27FC236}">
                    <a16:creationId xmlns:a16="http://schemas.microsoft.com/office/drawing/2014/main" id="{CDCB41B2-F644-844E-7C30-167147287A09}"/>
                  </a:ext>
                </a:extLst>
              </p:cNvPr>
              <p:cNvSpPr/>
              <p:nvPr/>
            </p:nvSpPr>
            <p:spPr>
              <a:xfrm>
                <a:off x="6869470" y="3401249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1" name="Line Callout 1 30">
                <a:extLst>
                  <a:ext uri="{FF2B5EF4-FFF2-40B4-BE49-F238E27FC236}">
                    <a16:creationId xmlns:a16="http://schemas.microsoft.com/office/drawing/2014/main" id="{CDCB41B2-F644-844E-7C30-167147287A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470" y="3401249"/>
                <a:ext cx="806120" cy="653514"/>
              </a:xfrm>
              <a:prstGeom prst="borderCallout1">
                <a:avLst>
                  <a:gd name="adj1" fmla="val 6836"/>
                  <a:gd name="adj2" fmla="val 1264"/>
                  <a:gd name="adj3" fmla="val -44221"/>
                  <a:gd name="adj4" fmla="val -11794"/>
                </a:avLst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D3A8DA48-4F18-613E-DBE1-0044F1DDCE3B}"/>
              </a:ext>
            </a:extLst>
          </p:cNvPr>
          <p:cNvSpPr txBox="1"/>
          <p:nvPr/>
        </p:nvSpPr>
        <p:spPr>
          <a:xfrm>
            <a:off x="3330952" y="441867"/>
            <a:ext cx="61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Project: ideal-espresso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51431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6147F-7BDE-FC12-C5E5-2987392B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5CA40851-FBB4-032D-E2CC-6F17FB8A9807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6959E5-B09B-5CAB-5BA6-D4043D3CD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E9DAF9-2C47-392C-FF60-C6322FB6839A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B148D8AB-F18C-BF26-81DB-DF8BD3A5C0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030" y="1654002"/>
            <a:ext cx="774477" cy="774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1285575-CD8B-B674-4399-B94FCF94D10F}"/>
              </a:ext>
            </a:extLst>
          </p:cNvPr>
          <p:cNvSpPr txBox="1"/>
          <p:nvPr/>
        </p:nvSpPr>
        <p:spPr>
          <a:xfrm>
            <a:off x="356167" y="3198167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46928499-F9F4-9989-8319-E6A7E5EC3A36}"/>
                  </a:ext>
                </a:extLst>
              </p:cNvPr>
              <p:cNvSpPr/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46928499-F9F4-9989-8319-E6A7E5EC3A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blipFill>
                <a:blip r:embed="rId6"/>
                <a:stretch>
                  <a:fillRect r="-1299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EFA99053-8029-59ED-31F5-C730DE9C1E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421508">
            <a:off x="2800748" y="345383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27F59645-A233-064F-4A51-C935D3505831}"/>
                  </a:ext>
                </a:extLst>
              </p:cNvPr>
              <p:cNvSpPr/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27F59645-A233-064F-4A51-C935D35058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D6C01450-EAF7-ECC2-9C6F-076BE0C366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72921" y="2311146"/>
            <a:ext cx="774477" cy="774477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BF8C4F4B-D511-1B49-2B5D-09AFA962503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9015" y="4447931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1B75E01C-CC2D-BACE-4498-79C6268BF774}"/>
                  </a:ext>
                </a:extLst>
              </p:cNvPr>
              <p:cNvSpPr/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1B75E01C-CC2D-BACE-4498-79C6268BF7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79FD413A-C794-6BD5-7A59-F665AB6A9C86}"/>
              </a:ext>
            </a:extLst>
          </p:cNvPr>
          <p:cNvGrpSpPr/>
          <p:nvPr/>
        </p:nvGrpSpPr>
        <p:grpSpPr>
          <a:xfrm flipV="1">
            <a:off x="258844" y="2806073"/>
            <a:ext cx="10862546" cy="279550"/>
            <a:chOff x="137504" y="2525104"/>
            <a:chExt cx="5842382" cy="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2AAD01D-60D4-2D45-3F9D-0D09E52EBD1A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8051241-256B-9168-230D-E65783E761DB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2ADE087-84C8-0269-AB61-DA2F774D24AF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6902A3-F7A2-9016-7021-C3BC80A86233}"/>
              </a:ext>
            </a:extLst>
          </p:cNvPr>
          <p:cNvCxnSpPr>
            <a:cxnSpLocks/>
          </p:cNvCxnSpPr>
          <p:nvPr/>
        </p:nvCxnSpPr>
        <p:spPr>
          <a:xfrm>
            <a:off x="1716786" y="3085623"/>
            <a:ext cx="1438292" cy="0"/>
          </a:xfrm>
          <a:prstGeom prst="line">
            <a:avLst/>
          </a:prstGeom>
          <a:ln w="146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79C2F8-B450-88D3-E2BE-66B0E945BFB0}"/>
              </a:ext>
            </a:extLst>
          </p:cNvPr>
          <p:cNvCxnSpPr>
            <a:cxnSpLocks/>
          </p:cNvCxnSpPr>
          <p:nvPr/>
        </p:nvCxnSpPr>
        <p:spPr>
          <a:xfrm>
            <a:off x="3166508" y="3085623"/>
            <a:ext cx="1438292" cy="0"/>
          </a:xfrm>
          <a:prstGeom prst="line">
            <a:avLst/>
          </a:prstGeom>
          <a:ln w="146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BFD107-0C70-55D4-573B-B035E41BB737}"/>
              </a:ext>
            </a:extLst>
          </p:cNvPr>
          <p:cNvGrpSpPr/>
          <p:nvPr/>
        </p:nvGrpSpPr>
        <p:grpSpPr>
          <a:xfrm flipV="1">
            <a:off x="4604800" y="2808501"/>
            <a:ext cx="6516590" cy="279550"/>
            <a:chOff x="137504" y="2525104"/>
            <a:chExt cx="5842382" cy="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E0EDF79-33EA-7728-B009-74B8352E3078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6564A4-0D67-5AE8-3C4C-49090974F514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B228B86-EE51-1529-F184-AEB72B04C88D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805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0A578-10E5-A3E2-C89D-04CFAA136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F727E1D6-FF6B-1B09-AE5A-FE250D389590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2BCB23-6E20-4671-FB0F-7A033F277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49DF75-234A-8CEC-0B81-8DE70D1CC546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0A1E085A-81A0-9AEA-4B85-6F812A69D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030" y="1654002"/>
            <a:ext cx="774477" cy="774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47331E2-E15C-A719-6B36-4711336FC348}"/>
              </a:ext>
            </a:extLst>
          </p:cNvPr>
          <p:cNvSpPr txBox="1"/>
          <p:nvPr/>
        </p:nvSpPr>
        <p:spPr>
          <a:xfrm>
            <a:off x="356167" y="3198167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7B2B1535-C660-B1BA-651F-FC27A5205634}"/>
                  </a:ext>
                </a:extLst>
              </p:cNvPr>
              <p:cNvSpPr/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7B2B1535-C660-B1BA-651F-FC27A52056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blipFill>
                <a:blip r:embed="rId6"/>
                <a:stretch>
                  <a:fillRect r="-1299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233A4B03-15CB-0402-612E-4D348AC4F0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421508">
            <a:off x="2800748" y="345383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90CCE42C-FFF5-BB6B-20B2-437481AB62F5}"/>
                  </a:ext>
                </a:extLst>
              </p:cNvPr>
              <p:cNvSpPr/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90CCE42C-FFF5-BB6B-20B2-437481AB62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B60905DF-370A-51FD-214E-159DA3745E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72921" y="2311146"/>
            <a:ext cx="774477" cy="774477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A8F598F0-A31E-4EE0-6C1B-0310D04CE96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9015" y="4447931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74E7DBF9-06FF-4779-BB71-F4DF9CC8DAF2}"/>
                  </a:ext>
                </a:extLst>
              </p:cNvPr>
              <p:cNvSpPr/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74E7DBF9-06FF-4779-BB71-F4DF9CC8DA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00CDB976-0078-B673-AB2E-D616D42789D7}"/>
              </a:ext>
            </a:extLst>
          </p:cNvPr>
          <p:cNvGrpSpPr/>
          <p:nvPr/>
        </p:nvGrpSpPr>
        <p:grpSpPr>
          <a:xfrm flipV="1">
            <a:off x="258844" y="2806073"/>
            <a:ext cx="10862546" cy="279550"/>
            <a:chOff x="137504" y="2525104"/>
            <a:chExt cx="5842382" cy="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841D3A1-1E51-66A0-4A56-47816904238D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90F2A25-9E03-064A-6EF8-CE31A09B2A47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6A89E85-9BDC-AF0D-5AFE-6852DEE3B172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F43E7F9-EBDA-6905-473C-DD06BD71C1B8}"/>
              </a:ext>
            </a:extLst>
          </p:cNvPr>
          <p:cNvCxnSpPr>
            <a:cxnSpLocks/>
          </p:cNvCxnSpPr>
          <p:nvPr/>
        </p:nvCxnSpPr>
        <p:spPr>
          <a:xfrm>
            <a:off x="1716786" y="3085623"/>
            <a:ext cx="1438292" cy="0"/>
          </a:xfrm>
          <a:prstGeom prst="line">
            <a:avLst/>
          </a:prstGeom>
          <a:ln w="146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0D854E8-F397-B407-84D8-B52AE3892542}"/>
              </a:ext>
            </a:extLst>
          </p:cNvPr>
          <p:cNvCxnSpPr>
            <a:cxnSpLocks/>
          </p:cNvCxnSpPr>
          <p:nvPr/>
        </p:nvCxnSpPr>
        <p:spPr>
          <a:xfrm>
            <a:off x="3166508" y="3085623"/>
            <a:ext cx="1438292" cy="0"/>
          </a:xfrm>
          <a:prstGeom prst="line">
            <a:avLst/>
          </a:prstGeom>
          <a:ln w="146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26B51DD-F8AB-FAED-5A21-EDDC58899AFE}"/>
              </a:ext>
            </a:extLst>
          </p:cNvPr>
          <p:cNvGrpSpPr/>
          <p:nvPr/>
        </p:nvGrpSpPr>
        <p:grpSpPr>
          <a:xfrm flipV="1">
            <a:off x="4604800" y="2808501"/>
            <a:ext cx="6516590" cy="279550"/>
            <a:chOff x="137504" y="2525104"/>
            <a:chExt cx="5842382" cy="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7566B58-1ACF-F889-AA06-2413A224453C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2CAC5C1-D9BE-23BD-3899-F4712E006835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2C0785D-01F9-3067-EF50-BC8275150109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Bent Arrow 30">
            <a:extLst>
              <a:ext uri="{FF2B5EF4-FFF2-40B4-BE49-F238E27FC236}">
                <a16:creationId xmlns:a16="http://schemas.microsoft.com/office/drawing/2014/main" id="{965BF1D4-29AD-18E3-D638-4BB6F9C24202}"/>
              </a:ext>
            </a:extLst>
          </p:cNvPr>
          <p:cNvSpPr/>
          <p:nvPr/>
        </p:nvSpPr>
        <p:spPr>
          <a:xfrm>
            <a:off x="8837236" y="1981571"/>
            <a:ext cx="813816" cy="102694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Bent Arrow 31">
            <a:extLst>
              <a:ext uri="{FF2B5EF4-FFF2-40B4-BE49-F238E27FC236}">
                <a16:creationId xmlns:a16="http://schemas.microsoft.com/office/drawing/2014/main" id="{4D49AEE6-CF09-B1B1-4398-F65CAD188641}"/>
              </a:ext>
            </a:extLst>
          </p:cNvPr>
          <p:cNvSpPr/>
          <p:nvPr/>
        </p:nvSpPr>
        <p:spPr>
          <a:xfrm>
            <a:off x="6882039" y="1289496"/>
            <a:ext cx="813816" cy="1719021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Bent Arrow 32">
            <a:extLst>
              <a:ext uri="{FF2B5EF4-FFF2-40B4-BE49-F238E27FC236}">
                <a16:creationId xmlns:a16="http://schemas.microsoft.com/office/drawing/2014/main" id="{B4E60BBF-14B7-87B5-2296-00A486CFB595}"/>
              </a:ext>
            </a:extLst>
          </p:cNvPr>
          <p:cNvSpPr/>
          <p:nvPr/>
        </p:nvSpPr>
        <p:spPr>
          <a:xfrm>
            <a:off x="5216731" y="180127"/>
            <a:ext cx="813816" cy="2828390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9FE05D-1EF3-BED6-6A55-7AE9817091BB}"/>
              </a:ext>
            </a:extLst>
          </p:cNvPr>
          <p:cNvSpPr txBox="1"/>
          <p:nvPr/>
        </p:nvSpPr>
        <p:spPr>
          <a:xfrm>
            <a:off x="6030547" y="96781"/>
            <a:ext cx="2806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Colombian Beans</a:t>
            </a:r>
            <a:endParaRPr lang="en-US" sz="2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7C5A17-8021-C76C-A464-881CD0A53602}"/>
              </a:ext>
            </a:extLst>
          </p:cNvPr>
          <p:cNvSpPr txBox="1"/>
          <p:nvPr/>
        </p:nvSpPr>
        <p:spPr>
          <a:xfrm>
            <a:off x="7695855" y="1151889"/>
            <a:ext cx="25032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Ethiopian Beans</a:t>
            </a:r>
            <a:endParaRPr lang="en-US" sz="2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E948E6-6206-F425-8C57-FEE5BF866FAB}"/>
              </a:ext>
            </a:extLst>
          </p:cNvPr>
          <p:cNvSpPr txBox="1"/>
          <p:nvPr/>
        </p:nvSpPr>
        <p:spPr>
          <a:xfrm>
            <a:off x="9626856" y="1849481"/>
            <a:ext cx="216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Indian Beans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88803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50CEA-D5F9-27ED-7586-A8DD84E85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18AE7DBB-7B62-9174-D0B8-437F9745D366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ACEC39-F523-9AE3-D540-089C43EE5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282171-8D5E-69E3-81C6-CD091FF88170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282523FC-23C0-B5AF-BAA4-A0EC0E275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030" y="1654002"/>
            <a:ext cx="774477" cy="774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FDF84FB-CDA2-40C2-B61B-BD3CA1AB9333}"/>
              </a:ext>
            </a:extLst>
          </p:cNvPr>
          <p:cNvSpPr txBox="1"/>
          <p:nvPr/>
        </p:nvSpPr>
        <p:spPr>
          <a:xfrm>
            <a:off x="356167" y="3198167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8958382A-2982-B96B-CC8C-D7A60F6C818A}"/>
                  </a:ext>
                </a:extLst>
              </p:cNvPr>
              <p:cNvSpPr/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8958382A-2982-B96B-CC8C-D7A60F6C8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blipFill>
                <a:blip r:embed="rId6"/>
                <a:stretch>
                  <a:fillRect r="-1299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806A2895-5EAE-25A8-6A3C-824364FD26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421508">
            <a:off x="2800748" y="345383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81470517-6A8F-8774-355F-0586321964F1}"/>
                  </a:ext>
                </a:extLst>
              </p:cNvPr>
              <p:cNvSpPr/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81470517-6A8F-8774-355F-0586321964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CF223F55-5066-9D70-4F1D-23E75CB7D3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72921" y="2311146"/>
            <a:ext cx="774477" cy="774477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0FEC2629-6A1A-B81F-F824-DB1AFD1BF7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9015" y="4447931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64224D75-DBFF-6A28-70F8-ECA1E0EBF3BD}"/>
                  </a:ext>
                </a:extLst>
              </p:cNvPr>
              <p:cNvSpPr/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64224D75-DBFF-6A28-70F8-ECA1E0EBF3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26D84BA-5A33-6160-EEA8-BB94716A0070}"/>
              </a:ext>
            </a:extLst>
          </p:cNvPr>
          <p:cNvGrpSpPr/>
          <p:nvPr/>
        </p:nvGrpSpPr>
        <p:grpSpPr>
          <a:xfrm flipV="1">
            <a:off x="258844" y="2806073"/>
            <a:ext cx="10862546" cy="279550"/>
            <a:chOff x="137504" y="2525104"/>
            <a:chExt cx="5842382" cy="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3C34898-28B1-3749-F31A-71CC8188A479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572150-DFD4-7D39-DE97-3A903E95F11E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8E7D869-BBB0-EC81-F348-0BB79D581A5A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D836C41-0672-E30C-23E9-EF63A9799A0D}"/>
              </a:ext>
            </a:extLst>
          </p:cNvPr>
          <p:cNvCxnSpPr>
            <a:cxnSpLocks/>
          </p:cNvCxnSpPr>
          <p:nvPr/>
        </p:nvCxnSpPr>
        <p:spPr>
          <a:xfrm>
            <a:off x="1716786" y="3085623"/>
            <a:ext cx="1438292" cy="0"/>
          </a:xfrm>
          <a:prstGeom prst="line">
            <a:avLst/>
          </a:prstGeom>
          <a:ln w="146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278EFC-F9A8-488C-9120-1BF089C61B87}"/>
              </a:ext>
            </a:extLst>
          </p:cNvPr>
          <p:cNvCxnSpPr>
            <a:cxnSpLocks/>
          </p:cNvCxnSpPr>
          <p:nvPr/>
        </p:nvCxnSpPr>
        <p:spPr>
          <a:xfrm>
            <a:off x="3166508" y="3085623"/>
            <a:ext cx="1438292" cy="0"/>
          </a:xfrm>
          <a:prstGeom prst="line">
            <a:avLst/>
          </a:prstGeom>
          <a:ln w="146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EE5CD1-758D-B24D-7B93-1965321B2902}"/>
              </a:ext>
            </a:extLst>
          </p:cNvPr>
          <p:cNvGrpSpPr/>
          <p:nvPr/>
        </p:nvGrpSpPr>
        <p:grpSpPr>
          <a:xfrm flipV="1">
            <a:off x="4604800" y="2808501"/>
            <a:ext cx="6516590" cy="279550"/>
            <a:chOff x="137504" y="2525104"/>
            <a:chExt cx="5842382" cy="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30E78CB-4E8A-6F16-884D-0EE427947D33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8942C4E-446E-0422-BFF4-337A1D8507AF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E84C5F6-96E1-EAC9-577A-DB23B6CF3B4B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Bent Arrow 30">
            <a:extLst>
              <a:ext uri="{FF2B5EF4-FFF2-40B4-BE49-F238E27FC236}">
                <a16:creationId xmlns:a16="http://schemas.microsoft.com/office/drawing/2014/main" id="{9A812E21-1A42-AD60-0C3D-47ACBCB9E7F8}"/>
              </a:ext>
            </a:extLst>
          </p:cNvPr>
          <p:cNvSpPr/>
          <p:nvPr/>
        </p:nvSpPr>
        <p:spPr>
          <a:xfrm>
            <a:off x="8837236" y="1981571"/>
            <a:ext cx="813816" cy="102694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Bent Arrow 31">
            <a:extLst>
              <a:ext uri="{FF2B5EF4-FFF2-40B4-BE49-F238E27FC236}">
                <a16:creationId xmlns:a16="http://schemas.microsoft.com/office/drawing/2014/main" id="{75CB759F-8470-FD65-3E05-FEDEF9AAE4ED}"/>
              </a:ext>
            </a:extLst>
          </p:cNvPr>
          <p:cNvSpPr/>
          <p:nvPr/>
        </p:nvSpPr>
        <p:spPr>
          <a:xfrm>
            <a:off x="6882039" y="1289496"/>
            <a:ext cx="813816" cy="1719021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Bent Arrow 32">
            <a:extLst>
              <a:ext uri="{FF2B5EF4-FFF2-40B4-BE49-F238E27FC236}">
                <a16:creationId xmlns:a16="http://schemas.microsoft.com/office/drawing/2014/main" id="{9A0569E9-6042-4148-B964-21E47F441397}"/>
              </a:ext>
            </a:extLst>
          </p:cNvPr>
          <p:cNvSpPr/>
          <p:nvPr/>
        </p:nvSpPr>
        <p:spPr>
          <a:xfrm>
            <a:off x="5216731" y="180127"/>
            <a:ext cx="813816" cy="2828390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Bent Arrow 33">
            <a:extLst>
              <a:ext uri="{FF2B5EF4-FFF2-40B4-BE49-F238E27FC236}">
                <a16:creationId xmlns:a16="http://schemas.microsoft.com/office/drawing/2014/main" id="{414D4E27-45A6-6E63-92BD-09F18A9CCD12}"/>
              </a:ext>
            </a:extLst>
          </p:cNvPr>
          <p:cNvSpPr/>
          <p:nvPr/>
        </p:nvSpPr>
        <p:spPr>
          <a:xfrm flipV="1">
            <a:off x="7855009" y="3135995"/>
            <a:ext cx="813816" cy="141418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E0C3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Bent Arrow 34">
            <a:extLst>
              <a:ext uri="{FF2B5EF4-FFF2-40B4-BE49-F238E27FC236}">
                <a16:creationId xmlns:a16="http://schemas.microsoft.com/office/drawing/2014/main" id="{DEEFE63A-A98D-CD84-6BCF-582F7B4F2DDD}"/>
              </a:ext>
            </a:extLst>
          </p:cNvPr>
          <p:cNvSpPr/>
          <p:nvPr/>
        </p:nvSpPr>
        <p:spPr>
          <a:xfrm flipV="1">
            <a:off x="6175553" y="3165157"/>
            <a:ext cx="813816" cy="2403335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FC17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Bent Arrow 35">
            <a:extLst>
              <a:ext uri="{FF2B5EF4-FFF2-40B4-BE49-F238E27FC236}">
                <a16:creationId xmlns:a16="http://schemas.microsoft.com/office/drawing/2014/main" id="{2D4E93BA-1D8A-4B13-ECE5-123E5AB7E5EE}"/>
              </a:ext>
            </a:extLst>
          </p:cNvPr>
          <p:cNvSpPr/>
          <p:nvPr/>
        </p:nvSpPr>
        <p:spPr>
          <a:xfrm flipV="1">
            <a:off x="4857805" y="3135996"/>
            <a:ext cx="813816" cy="3299088"/>
          </a:xfrm>
          <a:prstGeom prst="bentArrow">
            <a:avLst>
              <a:gd name="adj1" fmla="val 10777"/>
              <a:gd name="adj2" fmla="val 16466"/>
              <a:gd name="adj3" fmla="val 25000"/>
              <a:gd name="adj4" fmla="val 40906"/>
            </a:avLst>
          </a:prstGeom>
          <a:solidFill>
            <a:srgbClr val="6749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2B8A73-4FAD-1D4A-9B2C-5D82E37C9B01}"/>
              </a:ext>
            </a:extLst>
          </p:cNvPr>
          <p:cNvSpPr txBox="1"/>
          <p:nvPr/>
        </p:nvSpPr>
        <p:spPr>
          <a:xfrm>
            <a:off x="5624430" y="6050524"/>
            <a:ext cx="191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Dark Roast</a:t>
            </a:r>
            <a:endParaRPr lang="en-US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F57B86-4E8E-3964-4600-A0BD907472F3}"/>
              </a:ext>
            </a:extLst>
          </p:cNvPr>
          <p:cNvSpPr txBox="1"/>
          <p:nvPr/>
        </p:nvSpPr>
        <p:spPr>
          <a:xfrm>
            <a:off x="6953779" y="5198270"/>
            <a:ext cx="191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Med Roast</a:t>
            </a:r>
            <a:endParaRPr lang="en-US" sz="2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D776F9-6E4D-EC6C-A08B-E84DC3291AE7}"/>
              </a:ext>
            </a:extLst>
          </p:cNvPr>
          <p:cNvSpPr txBox="1"/>
          <p:nvPr/>
        </p:nvSpPr>
        <p:spPr>
          <a:xfrm>
            <a:off x="8668825" y="4192103"/>
            <a:ext cx="191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Light Roast</a:t>
            </a:r>
            <a:endParaRPr lang="en-US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FF0BE8-D9E4-7AC6-C6B6-50CA8A4421F6}"/>
              </a:ext>
            </a:extLst>
          </p:cNvPr>
          <p:cNvSpPr txBox="1"/>
          <p:nvPr/>
        </p:nvSpPr>
        <p:spPr>
          <a:xfrm>
            <a:off x="6030547" y="96781"/>
            <a:ext cx="2806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Colombian Beans</a:t>
            </a:r>
            <a:endParaRPr lang="en-US" sz="2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4D35DC-D94D-A976-32CA-1A08330747D1}"/>
              </a:ext>
            </a:extLst>
          </p:cNvPr>
          <p:cNvSpPr txBox="1"/>
          <p:nvPr/>
        </p:nvSpPr>
        <p:spPr>
          <a:xfrm>
            <a:off x="7695855" y="1151889"/>
            <a:ext cx="2483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Ethiopian Beans</a:t>
            </a:r>
            <a:endParaRPr lang="en-US" sz="2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A1DC24-C9AE-E41C-B182-FFD710113142}"/>
              </a:ext>
            </a:extLst>
          </p:cNvPr>
          <p:cNvSpPr txBox="1"/>
          <p:nvPr/>
        </p:nvSpPr>
        <p:spPr>
          <a:xfrm>
            <a:off x="9626856" y="1849481"/>
            <a:ext cx="216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Indian Beans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09920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646EE-FFD4-E7CA-FE13-6724FD7FB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615CC5AA-2D43-697A-A308-9C76B920BE76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E090A3-24EC-C8B2-8240-10A4A98B6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32B40D-3BB1-6EFB-1381-68C8812EE375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Version Control</a:t>
            </a:r>
          </a:p>
        </p:txBody>
      </p:sp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3F2E8D83-B8C6-809F-42E5-FB1169460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030" y="1654002"/>
            <a:ext cx="774477" cy="774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4B9417F-3158-E3E6-0BEF-ED3E5BF9FFC0}"/>
              </a:ext>
            </a:extLst>
          </p:cNvPr>
          <p:cNvSpPr txBox="1"/>
          <p:nvPr/>
        </p:nvSpPr>
        <p:spPr>
          <a:xfrm>
            <a:off x="356167" y="3198167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Time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273C9673-87FF-2548-50C9-B629DBF37058}"/>
                  </a:ext>
                </a:extLst>
              </p:cNvPr>
              <p:cNvSpPr/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Line Callout 1 4">
                <a:extLst>
                  <a:ext uri="{FF2B5EF4-FFF2-40B4-BE49-F238E27FC236}">
                    <a16:creationId xmlns:a16="http://schemas.microsoft.com/office/drawing/2014/main" id="{273C9673-87FF-2548-50C9-B629DBF37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043" y="1804899"/>
                <a:ext cx="534456" cy="653514"/>
              </a:xfrm>
              <a:prstGeom prst="borderCallout1">
                <a:avLst>
                  <a:gd name="adj1" fmla="val 54809"/>
                  <a:gd name="adj2" fmla="val -3576"/>
                  <a:gd name="adj3" fmla="val 91419"/>
                  <a:gd name="adj4" fmla="val -77222"/>
                </a:avLst>
              </a:prstGeom>
              <a:blipFill>
                <a:blip r:embed="rId6"/>
                <a:stretch>
                  <a:fillRect r="-1299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9440D10F-F4A5-A120-65E9-72DA7D0F30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421508">
            <a:off x="2800748" y="345383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40EFFF24-5DF2-463B-8DCD-9E55111E7217}"/>
                  </a:ext>
                </a:extLst>
              </p:cNvPr>
              <p:cNvSpPr/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7" name="Line Callout 1 6">
                <a:extLst>
                  <a:ext uri="{FF2B5EF4-FFF2-40B4-BE49-F238E27FC236}">
                    <a16:creationId xmlns:a16="http://schemas.microsoft.com/office/drawing/2014/main" id="{40EFFF24-5DF2-463B-8DCD-9E55111E72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185" y="3237348"/>
                <a:ext cx="806120" cy="653514"/>
              </a:xfrm>
              <a:prstGeom prst="borderCallout1">
                <a:avLst>
                  <a:gd name="adj1" fmla="val 55919"/>
                  <a:gd name="adj2" fmla="val 3065"/>
                  <a:gd name="adj3" fmla="val 92896"/>
                  <a:gd name="adj4" fmla="val -38532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Graphic 36" descr="Measuring Cup with solid fill">
            <a:extLst>
              <a:ext uri="{FF2B5EF4-FFF2-40B4-BE49-F238E27FC236}">
                <a16:creationId xmlns:a16="http://schemas.microsoft.com/office/drawing/2014/main" id="{F9BCDC6A-CC16-8CAF-5DBE-3E957159D8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72921" y="2311146"/>
            <a:ext cx="774477" cy="774477"/>
          </a:xfrm>
          <a:prstGeom prst="rect">
            <a:avLst/>
          </a:prstGeom>
        </p:spPr>
      </p:pic>
      <p:pic>
        <p:nvPicPr>
          <p:cNvPr id="45" name="Graphic 44" descr="Thermometer with solid fill">
            <a:extLst>
              <a:ext uri="{FF2B5EF4-FFF2-40B4-BE49-F238E27FC236}">
                <a16:creationId xmlns:a16="http://schemas.microsoft.com/office/drawing/2014/main" id="{04CCA5D4-191B-1389-6C5E-6BDDF3AFFB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9015" y="4447931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CE26F307-5BA5-1C39-8A9A-BD6631905781}"/>
                  </a:ext>
                </a:extLst>
              </p:cNvPr>
              <p:cNvSpPr/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3" name="Line Callout 1 52">
                <a:extLst>
                  <a:ext uri="{FF2B5EF4-FFF2-40B4-BE49-F238E27FC236}">
                    <a16:creationId xmlns:a16="http://schemas.microsoft.com/office/drawing/2014/main" id="{CE26F307-5BA5-1C39-8A9A-BD66319057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315" y="4422936"/>
                <a:ext cx="806120" cy="653514"/>
              </a:xfrm>
              <a:prstGeom prst="borderCallout1">
                <a:avLst>
                  <a:gd name="adj1" fmla="val 52310"/>
                  <a:gd name="adj2" fmla="val 2682"/>
                  <a:gd name="adj3" fmla="val 65966"/>
                  <a:gd name="adj4" fmla="val -30227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1410599-6FC5-C749-0121-72A55AEE159B}"/>
              </a:ext>
            </a:extLst>
          </p:cNvPr>
          <p:cNvGrpSpPr/>
          <p:nvPr/>
        </p:nvGrpSpPr>
        <p:grpSpPr>
          <a:xfrm flipV="1">
            <a:off x="258844" y="2806073"/>
            <a:ext cx="10862546" cy="279550"/>
            <a:chOff x="137504" y="2525104"/>
            <a:chExt cx="5842382" cy="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1972C5A-CF66-03ED-2662-BA2638CE972A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DC63DA9-8EBD-24AF-2023-6C87088304C8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BBD8FCA-47E4-AFDE-D85F-E16307B8841D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54DAE4-B97F-3F85-ED65-87BAB100E8D1}"/>
              </a:ext>
            </a:extLst>
          </p:cNvPr>
          <p:cNvCxnSpPr>
            <a:cxnSpLocks/>
          </p:cNvCxnSpPr>
          <p:nvPr/>
        </p:nvCxnSpPr>
        <p:spPr>
          <a:xfrm>
            <a:off x="1716786" y="3085623"/>
            <a:ext cx="1438292" cy="0"/>
          </a:xfrm>
          <a:prstGeom prst="line">
            <a:avLst/>
          </a:prstGeom>
          <a:ln w="146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037D64A-9B58-916B-8EEE-2AF13C9CF36C}"/>
              </a:ext>
            </a:extLst>
          </p:cNvPr>
          <p:cNvCxnSpPr>
            <a:cxnSpLocks/>
          </p:cNvCxnSpPr>
          <p:nvPr/>
        </p:nvCxnSpPr>
        <p:spPr>
          <a:xfrm>
            <a:off x="3166508" y="3085623"/>
            <a:ext cx="1438292" cy="0"/>
          </a:xfrm>
          <a:prstGeom prst="line">
            <a:avLst/>
          </a:prstGeom>
          <a:ln w="146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9BFBD5-ACB4-FFB9-2B65-D2ADB2B645EA}"/>
              </a:ext>
            </a:extLst>
          </p:cNvPr>
          <p:cNvGrpSpPr/>
          <p:nvPr/>
        </p:nvGrpSpPr>
        <p:grpSpPr>
          <a:xfrm flipV="1">
            <a:off x="4604800" y="2808501"/>
            <a:ext cx="6516590" cy="279550"/>
            <a:chOff x="137504" y="2525104"/>
            <a:chExt cx="5842382" cy="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9A327E1-3325-A9CC-BEC4-7F8D2E487F57}"/>
                </a:ext>
              </a:extLst>
            </p:cNvPr>
            <p:cNvCxnSpPr>
              <a:cxnSpLocks/>
            </p:cNvCxnSpPr>
            <p:nvPr/>
          </p:nvCxnSpPr>
          <p:spPr>
            <a:xfrm>
              <a:off x="137504" y="2525104"/>
              <a:ext cx="5842382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D4EA01E-F109-620C-493C-BFC340984350}"/>
                </a:ext>
              </a:extLst>
            </p:cNvPr>
            <p:cNvCxnSpPr>
              <a:cxnSpLocks/>
            </p:cNvCxnSpPr>
            <p:nvPr/>
          </p:nvCxnSpPr>
          <p:spPr>
            <a:xfrm>
              <a:off x="1845521" y="2525104"/>
              <a:ext cx="4134365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05CD074-0C45-B709-1DCE-B60BFC5E0F63}"/>
                </a:ext>
              </a:extLst>
            </p:cNvPr>
            <p:cNvCxnSpPr>
              <a:cxnSpLocks/>
            </p:cNvCxnSpPr>
            <p:nvPr/>
          </p:nvCxnSpPr>
          <p:spPr>
            <a:xfrm>
              <a:off x="3522838" y="2525104"/>
              <a:ext cx="2457048" cy="0"/>
            </a:xfrm>
            <a:prstGeom prst="straightConnector1">
              <a:avLst/>
            </a:prstGeom>
            <a:ln w="146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484EF64-965A-4E7D-EC94-B54205789442}"/>
              </a:ext>
            </a:extLst>
          </p:cNvPr>
          <p:cNvCxnSpPr>
            <a:cxnSpLocks/>
          </p:cNvCxnSpPr>
          <p:nvPr/>
        </p:nvCxnSpPr>
        <p:spPr>
          <a:xfrm>
            <a:off x="4604800" y="3085623"/>
            <a:ext cx="1438292" cy="0"/>
          </a:xfrm>
          <a:prstGeom prst="line">
            <a:avLst/>
          </a:prstGeom>
          <a:ln w="146050">
            <a:solidFill>
              <a:srgbClr val="674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5BBD5A-ACD0-FBFF-C282-97280870BF01}"/>
              </a:ext>
            </a:extLst>
          </p:cNvPr>
          <p:cNvCxnSpPr>
            <a:cxnSpLocks/>
          </p:cNvCxnSpPr>
          <p:nvPr/>
        </p:nvCxnSpPr>
        <p:spPr>
          <a:xfrm>
            <a:off x="5376854" y="3085623"/>
            <a:ext cx="1438292" cy="0"/>
          </a:xfrm>
          <a:prstGeom prst="line">
            <a:avLst/>
          </a:prstGeom>
          <a:ln w="146050">
            <a:solidFill>
              <a:srgbClr val="AEA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41532D-DC4D-3DDF-7FB0-2D637F0299C2}"/>
              </a:ext>
            </a:extLst>
          </p:cNvPr>
          <p:cNvCxnSpPr>
            <a:cxnSpLocks/>
          </p:cNvCxnSpPr>
          <p:nvPr/>
        </p:nvCxnSpPr>
        <p:spPr>
          <a:xfrm>
            <a:off x="6104374" y="3085623"/>
            <a:ext cx="1438292" cy="0"/>
          </a:xfrm>
          <a:prstGeom prst="line">
            <a:avLst/>
          </a:prstGeom>
          <a:ln w="146050">
            <a:solidFill>
              <a:srgbClr val="FC1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48C64C-D791-8538-FF1C-98C6BDE19E0E}"/>
              </a:ext>
            </a:extLst>
          </p:cNvPr>
          <p:cNvCxnSpPr>
            <a:cxnSpLocks/>
          </p:cNvCxnSpPr>
          <p:nvPr/>
        </p:nvCxnSpPr>
        <p:spPr>
          <a:xfrm>
            <a:off x="6882039" y="3085623"/>
            <a:ext cx="1438292" cy="0"/>
          </a:xfrm>
          <a:prstGeom prst="line">
            <a:avLst/>
          </a:prstGeom>
          <a:ln w="146050">
            <a:solidFill>
              <a:srgbClr val="F2A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C6E91A-7C25-56B8-831A-CE9F42D28670}"/>
              </a:ext>
            </a:extLst>
          </p:cNvPr>
          <p:cNvCxnSpPr>
            <a:cxnSpLocks/>
          </p:cNvCxnSpPr>
          <p:nvPr/>
        </p:nvCxnSpPr>
        <p:spPr>
          <a:xfrm>
            <a:off x="7230533" y="3085623"/>
            <a:ext cx="1438292" cy="0"/>
          </a:xfrm>
          <a:prstGeom prst="line">
            <a:avLst/>
          </a:prstGeom>
          <a:ln w="146050">
            <a:solidFill>
              <a:srgbClr val="E0C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3CF6D7-8367-033B-F0F6-6E8950E0782D}"/>
              </a:ext>
            </a:extLst>
          </p:cNvPr>
          <p:cNvCxnSpPr>
            <a:cxnSpLocks/>
          </p:cNvCxnSpPr>
          <p:nvPr/>
        </p:nvCxnSpPr>
        <p:spPr>
          <a:xfrm>
            <a:off x="8380800" y="3085623"/>
            <a:ext cx="1171052" cy="0"/>
          </a:xfrm>
          <a:prstGeom prst="line">
            <a:avLst/>
          </a:prstGeom>
          <a:ln w="146050">
            <a:solidFill>
              <a:srgbClr val="E69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FF7D22D-2FD8-686A-29DE-332A8736A0BC}"/>
              </a:ext>
            </a:extLst>
          </p:cNvPr>
          <p:cNvSpPr txBox="1"/>
          <p:nvPr/>
        </p:nvSpPr>
        <p:spPr>
          <a:xfrm>
            <a:off x="7438225" y="3449373"/>
            <a:ext cx="3056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Calibration Matrix</a:t>
            </a:r>
            <a:endParaRPr lang="en-US" sz="24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9A0831B-B95A-EBEE-FD99-76906C6AA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267380"/>
              </p:ext>
            </p:extLst>
          </p:nvPr>
        </p:nvGraphicFramePr>
        <p:xfrm>
          <a:off x="4815111" y="3890862"/>
          <a:ext cx="7312953" cy="1828068"/>
        </p:xfrm>
        <a:graphic>
          <a:graphicData uri="http://schemas.openxmlformats.org/drawingml/2006/table">
            <a:tbl>
              <a:tblPr/>
              <a:tblGrid>
                <a:gridCol w="1133513">
                  <a:extLst>
                    <a:ext uri="{9D8B030D-6E8A-4147-A177-3AD203B41FA5}">
                      <a16:colId xmlns:a16="http://schemas.microsoft.com/office/drawing/2014/main" val="3118429661"/>
                    </a:ext>
                  </a:extLst>
                </a:gridCol>
                <a:gridCol w="1835022">
                  <a:extLst>
                    <a:ext uri="{9D8B030D-6E8A-4147-A177-3AD203B41FA5}">
                      <a16:colId xmlns:a16="http://schemas.microsoft.com/office/drawing/2014/main" val="3682059416"/>
                    </a:ext>
                  </a:extLst>
                </a:gridCol>
                <a:gridCol w="2118241">
                  <a:extLst>
                    <a:ext uri="{9D8B030D-6E8A-4147-A177-3AD203B41FA5}">
                      <a16:colId xmlns:a16="http://schemas.microsoft.com/office/drawing/2014/main" val="4062000838"/>
                    </a:ext>
                  </a:extLst>
                </a:gridCol>
                <a:gridCol w="2226177">
                  <a:extLst>
                    <a:ext uri="{9D8B030D-6E8A-4147-A177-3AD203B41FA5}">
                      <a16:colId xmlns:a16="http://schemas.microsoft.com/office/drawing/2014/main" val="238241692"/>
                    </a:ext>
                  </a:extLst>
                </a:gridCol>
              </a:tblGrid>
              <a:tr h="266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AEAEAE"/>
                          </a:solidFill>
                          <a:effectLst/>
                          <a:latin typeface="Aptos Narrow" panose="020B0004020202020204" pitchFamily="34" charset="0"/>
                        </a:rPr>
                        <a:t>Ethiopian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2AA84"/>
                          </a:solidFill>
                          <a:effectLst/>
                          <a:latin typeface="Aptos Narrow" panose="020B0004020202020204" pitchFamily="34" charset="0"/>
                        </a:rPr>
                        <a:t>Colombian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E69EDD"/>
                          </a:solidFill>
                          <a:effectLst/>
                          <a:latin typeface="Aptos Narrow" panose="020B0004020202020204" pitchFamily="34" charset="0"/>
                        </a:rPr>
                        <a:t>Indian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695685"/>
                  </a:ext>
                </a:extLst>
              </a:tr>
              <a:tr h="5206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E0C32A"/>
                          </a:solidFill>
                          <a:effectLst/>
                          <a:latin typeface="Aptos Narrow" panose="020B0004020202020204" pitchFamily="34" charset="0"/>
                        </a:rPr>
                        <a:t>Light Roast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Bright, acidic; 22g/46g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Balanced, fruity; 20g/42g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Mild, nutty; 20g/40g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544529"/>
                  </a:ext>
                </a:extLst>
              </a:tr>
              <a:tr h="5206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C177F"/>
                          </a:solidFill>
                          <a:effectLst/>
                          <a:latin typeface="Aptos Narrow" panose="020B0004020202020204" pitchFamily="34" charset="0"/>
                        </a:rPr>
                        <a:t>Medium Roast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Juicy, winey; 20g/42g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Sweet, caramelly; 20g/42g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Full body, smooth; 19g/40g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19410"/>
                  </a:ext>
                </a:extLst>
              </a:tr>
              <a:tr h="5206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6749B4"/>
                          </a:solidFill>
                          <a:effectLst/>
                          <a:latin typeface="Aptos Narrow" panose="020B0004020202020204" pitchFamily="34" charset="0"/>
                        </a:rPr>
                        <a:t>Dark Roast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Bold, </a:t>
                      </a: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roasty</a:t>
                      </a: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; 19g/40g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Heavy caramel; 18g/38g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Smoky, chocolatey; 18g/38g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412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995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A8B9B-7FED-FDC0-3018-6C863DE55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D4DD0-E254-E067-DD0B-796412071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8C1813-F9FD-2B19-3179-64F196008E97}"/>
              </a:ext>
            </a:extLst>
          </p:cNvPr>
          <p:cNvSpPr txBox="1"/>
          <p:nvPr/>
        </p:nvSpPr>
        <p:spPr>
          <a:xfrm>
            <a:off x="2015241" y="1635736"/>
            <a:ext cx="910534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83540" indent="-365760">
              <a:buFont typeface=""/>
              <a:buChar char="•"/>
            </a:pPr>
            <a:r>
              <a:rPr lang="en-US" sz="2400" u="sng" dirty="0">
                <a:solidFill>
                  <a:srgbClr val="000000"/>
                </a:solidFill>
                <a:latin typeface="Microsoft Sans Serif"/>
                <a:cs typeface="Arial"/>
              </a:rPr>
              <a:t>Programming/Software Development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Version Control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Distribution – making things publicly accessible</a:t>
            </a:r>
          </a:p>
          <a:p>
            <a:pPr marL="1297940" lvl="2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Documentation – making things usable</a:t>
            </a:r>
            <a:endParaRPr lang="en-US" sz="2400" dirty="0">
              <a:latin typeface="Microsoft Sans Serif"/>
              <a:cs typeface="Arial"/>
            </a:endParaRPr>
          </a:p>
          <a:p>
            <a:pPr algn="ctr"/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EB163174-BA3A-FD16-FC3D-299FA0AC4D44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98BDD0ED-D2D7-C0D3-D965-A5F35C614E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337"/>
          <a:stretch>
            <a:fillRect/>
          </a:stretch>
        </p:blipFill>
        <p:spPr>
          <a:xfrm>
            <a:off x="3865842" y="4532720"/>
            <a:ext cx="3891573" cy="1686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9ACDF7-C3E2-CDBB-9B41-6ECEEBE5965C}"/>
              </a:ext>
            </a:extLst>
          </p:cNvPr>
          <p:cNvSpPr txBox="1"/>
          <p:nvPr/>
        </p:nvSpPr>
        <p:spPr>
          <a:xfrm>
            <a:off x="457200" y="411090"/>
            <a:ext cx="28737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814657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CD0DE-6E87-02C6-B226-7B869962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C707C09-1356-95A2-7655-04487254B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D62200-4596-0B04-B6F3-C1F56743578F}"/>
              </a:ext>
            </a:extLst>
          </p:cNvPr>
          <p:cNvSpPr txBox="1"/>
          <p:nvPr/>
        </p:nvSpPr>
        <p:spPr>
          <a:xfrm>
            <a:off x="491240" y="1606338"/>
            <a:ext cx="109264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AA30E-CEB0-C691-0094-AFC41ABB702C}"/>
              </a:ext>
            </a:extLst>
          </p:cNvPr>
          <p:cNvSpPr txBox="1"/>
          <p:nvPr/>
        </p:nvSpPr>
        <p:spPr>
          <a:xfrm>
            <a:off x="658468" y="1216373"/>
            <a:ext cx="11247782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Microsoft Sans Serif"/>
              </a:rPr>
              <a:t>Key GitHub Items</a:t>
            </a:r>
          </a:p>
          <a:p>
            <a:endParaRPr lang="en-US" sz="2200" dirty="0">
              <a:latin typeface="Microsoft Sans 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Microsoft Sans Serif"/>
              </a:rPr>
              <a:t>directory:		</a:t>
            </a:r>
            <a:r>
              <a:rPr lang="en-US" sz="2200" dirty="0">
                <a:latin typeface="Microsoft Sans Serif"/>
              </a:rPr>
              <a:t>a folder containing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Microsoft Sans 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Microsoft Sans Serif"/>
                <a:ea typeface="Microsoft Sans Serif"/>
                <a:cs typeface="Microsoft Sans Serif"/>
              </a:rPr>
              <a:t>repository:</a:t>
            </a:r>
            <a:r>
              <a:rPr lang="en-US" sz="2200" dirty="0">
                <a:solidFill>
                  <a:srgbClr val="000000"/>
                </a:solidFill>
                <a:latin typeface="Microsoft Sans Serif"/>
                <a:ea typeface="Microsoft Sans Serif"/>
                <a:cs typeface="Microsoft Sans Serif"/>
              </a:rPr>
              <a:t>		</a:t>
            </a:r>
            <a:r>
              <a:rPr lang="en-US" sz="2200" dirty="0">
                <a:latin typeface="Microsoft Sans Serif"/>
                <a:ea typeface="Microsoft Sans Serif"/>
                <a:cs typeface="Microsoft Sans Serif"/>
              </a:rPr>
              <a:t>a directory that is tracked by git. ( </a:t>
            </a:r>
            <a:r>
              <a:rPr lang="en-US" sz="2200" i="1" dirty="0">
                <a:latin typeface="Microsoft Sans Serif"/>
                <a:ea typeface="Microsoft Sans Serif"/>
                <a:cs typeface="Microsoft Sans Serif"/>
              </a:rPr>
              <a:t>repo</a:t>
            </a:r>
            <a:r>
              <a:rPr lang="en-US" sz="2200" dirty="0">
                <a:latin typeface="Microsoft Sans Serif"/>
                <a:ea typeface="Microsoft Sans Serif"/>
                <a:cs typeface="Microsoft Sans Serif"/>
              </a:rPr>
              <a:t>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Aptos" panose="020B0004020202020204"/>
              <a:ea typeface="Microsoft Sans Serif"/>
              <a:cs typeface="Microsoft Sans 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Microsoft Sans Serif"/>
                <a:ea typeface="Microsoft Sans Serif"/>
                <a:cs typeface="Microsoft Sans Serif"/>
              </a:rPr>
              <a:t>branch:		</a:t>
            </a:r>
            <a:r>
              <a:rPr lang="en-US" sz="2200" dirty="0">
                <a:latin typeface="Microsoft Sans Serif"/>
                <a:ea typeface="Microsoft Sans Serif"/>
                <a:cs typeface="Microsoft Sans Serif"/>
              </a:rPr>
              <a:t>a particular version of a repository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Microsoft Sans Serif"/>
              <a:ea typeface="Microsoft Sans Serif"/>
              <a:cs typeface="Microsoft Sans 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Microsoft Sans Serif"/>
                <a:ea typeface="Microsoft Sans Serif"/>
                <a:cs typeface="Microsoft Sans Serif"/>
              </a:rPr>
              <a:t>main:		</a:t>
            </a:r>
            <a:r>
              <a:rPr lang="en-US" sz="2200" dirty="0">
                <a:latin typeface="Microsoft Sans Serif"/>
                <a:ea typeface="Microsoft Sans Serif"/>
                <a:cs typeface="Microsoft Sans Serif"/>
              </a:rPr>
              <a:t>the original branch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Microsoft Sans Serif"/>
              <a:ea typeface="Microsoft Sans Serif"/>
              <a:cs typeface="Microsoft Sans 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Microsoft Sans Serif"/>
                <a:ea typeface="Microsoft Sans Serif"/>
                <a:cs typeface="Microsoft Sans Serif"/>
              </a:rPr>
              <a:t>readme:		</a:t>
            </a:r>
            <a:r>
              <a:rPr lang="en-US" sz="2200" dirty="0">
                <a:latin typeface="Microsoft Sans Serif"/>
                <a:ea typeface="Microsoft Sans Serif"/>
                <a:cs typeface="Microsoft Sans Serif"/>
              </a:rPr>
              <a:t>a text file that explains the scope of the project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5F9E1107-D55A-BB0B-F7F0-85537CB421BB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97F7C-B343-8B4B-8F1B-F0EEBC22862B}"/>
              </a:ext>
            </a:extLst>
          </p:cNvPr>
          <p:cNvSpPr txBox="1"/>
          <p:nvPr/>
        </p:nvSpPr>
        <p:spPr>
          <a:xfrm>
            <a:off x="457200" y="411090"/>
            <a:ext cx="39090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Terms</a:t>
            </a:r>
          </a:p>
        </p:txBody>
      </p:sp>
    </p:spTree>
    <p:extLst>
      <p:ext uri="{BB962C8B-B14F-4D97-AF65-F5344CB8AC3E}">
        <p14:creationId xmlns:p14="http://schemas.microsoft.com/office/powerpoint/2010/main" val="3571916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3DFCD-99C0-86BD-4B3B-38F245295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EBF7A5-16CF-4D68-4484-55DA7A70E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4E5FE8C3-1951-575F-1E64-2641FC383C78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ED9F26-CC2D-AE56-31BA-2F3D5B21FC7C}"/>
              </a:ext>
            </a:extLst>
          </p:cNvPr>
          <p:cNvSpPr txBox="1"/>
          <p:nvPr/>
        </p:nvSpPr>
        <p:spPr>
          <a:xfrm>
            <a:off x="457200" y="411090"/>
            <a:ext cx="39090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Examples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3D3661-F305-15FB-D914-C6AF85002F58}"/>
              </a:ext>
            </a:extLst>
          </p:cNvPr>
          <p:cNvSpPr txBox="1"/>
          <p:nvPr/>
        </p:nvSpPr>
        <p:spPr>
          <a:xfrm>
            <a:off x="711166" y="2040969"/>
            <a:ext cx="477569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Open Data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4"/>
              </a:rPr>
              <a:t>MODIS Remote Sensing Data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B997A3-23BF-0B43-76F3-62BE47AFC4A4}"/>
              </a:ext>
            </a:extLst>
          </p:cNvPr>
          <p:cNvSpPr txBox="1"/>
          <p:nvPr/>
        </p:nvSpPr>
        <p:spPr>
          <a:xfrm>
            <a:off x="914398" y="4143284"/>
            <a:ext cx="436923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Packages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5"/>
              </a:rPr>
              <a:t>EPHTrack R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(Public Health)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6"/>
              </a:rPr>
              <a:t>coldpool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(sea temperatures)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7"/>
              </a:rPr>
              <a:t>Pandas Genomics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1683A-5D8B-8701-81B7-FBDC38E24D16}"/>
              </a:ext>
            </a:extLst>
          </p:cNvPr>
          <p:cNvSpPr txBox="1"/>
          <p:nvPr/>
        </p:nvSpPr>
        <p:spPr>
          <a:xfrm>
            <a:off x="5967685" y="2040969"/>
            <a:ext cx="564696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Educational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8"/>
              </a:rPr>
              <a:t>Environmental Data Science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9"/>
              </a:rPr>
              <a:t>Ecological Data Resource Directory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AF102-CFEF-4153-75AD-658D1A5E9D82}"/>
              </a:ext>
            </a:extLst>
          </p:cNvPr>
          <p:cNvSpPr txBox="1"/>
          <p:nvPr/>
        </p:nvSpPr>
        <p:spPr>
          <a:xfrm>
            <a:off x="6606552" y="4143284"/>
            <a:ext cx="436923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Personal Bio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10"/>
              </a:rPr>
              <a:t>Template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11"/>
              </a:rPr>
              <a:t>Jesse Eaton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(example)</a:t>
            </a:r>
          </a:p>
        </p:txBody>
      </p:sp>
    </p:spTree>
    <p:extLst>
      <p:ext uri="{BB962C8B-B14F-4D97-AF65-F5344CB8AC3E}">
        <p14:creationId xmlns:p14="http://schemas.microsoft.com/office/powerpoint/2010/main" val="1857481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76412B-B605-93A7-1BFF-F5CB3313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33F5BDD-2521-B796-431E-192F4C57F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805F8272-975B-FB65-5434-BDB9D619C832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06371-91CF-8D0F-5EB5-2EE26DAC1EF6}"/>
              </a:ext>
            </a:extLst>
          </p:cNvPr>
          <p:cNvSpPr txBox="1"/>
          <p:nvPr/>
        </p:nvSpPr>
        <p:spPr>
          <a:xfrm>
            <a:off x="457200" y="411090"/>
            <a:ext cx="39090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1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0708DC-647A-82C7-4D85-4488FEAFC2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33" y="1671110"/>
            <a:ext cx="10291502" cy="49861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1FB2E0-C70E-F2D6-48DF-B3707D7A83F7}"/>
              </a:ext>
            </a:extLst>
          </p:cNvPr>
          <p:cNvSpPr txBox="1"/>
          <p:nvPr/>
        </p:nvSpPr>
        <p:spPr>
          <a:xfrm>
            <a:off x="3660387" y="1147890"/>
            <a:ext cx="6138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4980" lvl="1"/>
            <a:r>
              <a:rPr lang="en-US" sz="2800" dirty="0"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endParaRPr lang="en-US" sz="2800" dirty="0">
              <a:latin typeface="Microsoft Sans Serif"/>
              <a:cs typeface="Arial"/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FBB2B9A9-9D12-7BDF-7DCB-6F0D4F408CA6}"/>
              </a:ext>
            </a:extLst>
          </p:cNvPr>
          <p:cNvSpPr/>
          <p:nvPr/>
        </p:nvSpPr>
        <p:spPr>
          <a:xfrm>
            <a:off x="9991493" y="1147890"/>
            <a:ext cx="1959060" cy="1618500"/>
          </a:xfrm>
          <a:prstGeom prst="frame">
            <a:avLst>
              <a:gd name="adj1" fmla="val 2315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504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863E5-6D9B-2CC1-DA12-7F0715270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9514B47-E078-AA52-7C8A-3C78A4E7B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C982CADA-1DD6-8474-129A-30E40654C6DB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679A2D-5052-FD80-D325-8D0B365AD2D1}"/>
              </a:ext>
            </a:extLst>
          </p:cNvPr>
          <p:cNvSpPr txBox="1"/>
          <p:nvPr/>
        </p:nvSpPr>
        <p:spPr>
          <a:xfrm>
            <a:off x="457200" y="411090"/>
            <a:ext cx="63115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1: Make an Account</a:t>
            </a:r>
          </a:p>
        </p:txBody>
      </p:sp>
      <p:pic>
        <p:nvPicPr>
          <p:cNvPr id="6" name="Picture 5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74AFE860-2F9C-E891-0F9B-E9F97D71F8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835" y="1212317"/>
            <a:ext cx="7772400" cy="523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81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0E080-9F91-3E23-3D3E-388A09FE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5E5C53F-04F0-1D9F-AF32-32007E672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720BCC6B-C786-2B4C-05B2-725F2A04F0CF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3A04A7-2A1A-5B99-F8E1-9C759F782A1A}"/>
              </a:ext>
            </a:extLst>
          </p:cNvPr>
          <p:cNvSpPr txBox="1"/>
          <p:nvPr/>
        </p:nvSpPr>
        <p:spPr>
          <a:xfrm>
            <a:off x="457200" y="411090"/>
            <a:ext cx="39090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AD7743-3E20-6BC2-F6B2-CFA439BB70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52700" y="1101016"/>
            <a:ext cx="7772399" cy="5345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1309CB-D95D-9F73-8B43-DC6571952F61}"/>
              </a:ext>
            </a:extLst>
          </p:cNvPr>
          <p:cNvSpPr txBox="1"/>
          <p:nvPr/>
        </p:nvSpPr>
        <p:spPr>
          <a:xfrm>
            <a:off x="457200" y="411090"/>
            <a:ext cx="63115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1: Make an Account</a:t>
            </a:r>
          </a:p>
        </p:txBody>
      </p:sp>
    </p:spTree>
    <p:extLst>
      <p:ext uri="{BB962C8B-B14F-4D97-AF65-F5344CB8AC3E}">
        <p14:creationId xmlns:p14="http://schemas.microsoft.com/office/powerpoint/2010/main" val="3609970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92138-C4CE-0B23-BB8B-A26FD7EA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BFC5AA1-F7A0-3B28-4448-4200E5B8E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1A60FFF-1D9D-3CC4-9ED2-59E40D804298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5" name="Picture 4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850CE3F9-B292-6B45-DD7A-42B16F9666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890" y="1137424"/>
            <a:ext cx="4203384" cy="56445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28493F-E3E8-95F0-12B2-C61EF5A8A8B2}"/>
              </a:ext>
            </a:extLst>
          </p:cNvPr>
          <p:cNvSpPr txBox="1"/>
          <p:nvPr/>
        </p:nvSpPr>
        <p:spPr>
          <a:xfrm>
            <a:off x="457200" y="411090"/>
            <a:ext cx="63115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1: Make an Account</a:t>
            </a:r>
          </a:p>
        </p:txBody>
      </p:sp>
    </p:spTree>
    <p:extLst>
      <p:ext uri="{BB962C8B-B14F-4D97-AF65-F5344CB8AC3E}">
        <p14:creationId xmlns:p14="http://schemas.microsoft.com/office/powerpoint/2010/main" val="321081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EE4AD-02ED-EFC2-3CB8-450790C6A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CA3A7E6-670D-D5DB-D963-747F147F1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788BC8B-586E-1D0F-6E82-239204B85B01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0F3659-16CA-FC4B-913B-6F82A5469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375" y="1057793"/>
            <a:ext cx="10034860" cy="5645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8BEEF5-3CD1-B864-2E97-251A5E1E7A57}"/>
              </a:ext>
            </a:extLst>
          </p:cNvPr>
          <p:cNvSpPr txBox="1"/>
          <p:nvPr/>
        </p:nvSpPr>
        <p:spPr>
          <a:xfrm>
            <a:off x="457200" y="411090"/>
            <a:ext cx="63115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1: Make an Account</a:t>
            </a:r>
          </a:p>
        </p:txBody>
      </p:sp>
    </p:spTree>
    <p:extLst>
      <p:ext uri="{BB962C8B-B14F-4D97-AF65-F5344CB8AC3E}">
        <p14:creationId xmlns:p14="http://schemas.microsoft.com/office/powerpoint/2010/main" val="1857350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4770A-18A4-DC52-96A1-ADD76A44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E234B56-22EF-AF6F-9627-0D1522FE3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C4D30CBC-B904-1C15-E1FE-199C8CBCA5BD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AADAE-6CAB-4F37-BA19-7BB3FCA02BF0}"/>
              </a:ext>
            </a:extLst>
          </p:cNvPr>
          <p:cNvSpPr txBox="1"/>
          <p:nvPr/>
        </p:nvSpPr>
        <p:spPr>
          <a:xfrm>
            <a:off x="457200" y="411090"/>
            <a:ext cx="66781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Repository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F7D3E5BE-2AB4-703D-0358-6A5B027D82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72" y="1153982"/>
            <a:ext cx="9586023" cy="5292928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4D03650-6D83-D59A-413E-599CDA75ED74}"/>
              </a:ext>
            </a:extLst>
          </p:cNvPr>
          <p:cNvSpPr/>
          <p:nvPr/>
        </p:nvSpPr>
        <p:spPr>
          <a:xfrm rot="16973364">
            <a:off x="1139252" y="3537680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59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04F3B6-DE70-D699-17F0-524F642F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1655665-B375-0E1A-775E-24EAE08A8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F2E82C33-2D65-F330-2B3B-C107E1570FDE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6FFEBB-662D-7BA3-1C44-FC925D567AC0}"/>
              </a:ext>
            </a:extLst>
          </p:cNvPr>
          <p:cNvSpPr txBox="1"/>
          <p:nvPr/>
        </p:nvSpPr>
        <p:spPr>
          <a:xfrm>
            <a:off x="457200" y="411090"/>
            <a:ext cx="66781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Repository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F571C2-7764-4627-FEEB-17E6E5041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36" y="1057793"/>
            <a:ext cx="599039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00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B0017-C270-0906-3725-CA81C69F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B1659A0-84F8-A327-8D1C-366243244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1B0D6F2-842D-AF71-A6F7-34A44E45DFC9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40C18-56A6-88D7-C10B-CDC20E18CB6C}"/>
              </a:ext>
            </a:extLst>
          </p:cNvPr>
          <p:cNvSpPr txBox="1"/>
          <p:nvPr/>
        </p:nvSpPr>
        <p:spPr>
          <a:xfrm>
            <a:off x="457200" y="411090"/>
            <a:ext cx="66781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Repository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DF99373B-2E84-2C5C-8D8E-9DE0B777C3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43" y="960543"/>
            <a:ext cx="1071359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000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C37E6-5A95-6B08-DCF3-F73100E79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F9F3A21-824D-B523-35AC-179935D70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8F29C929-9155-8A63-030A-2319EFEB1FD7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14585C-C7C8-2A26-82A7-02ED369EC778}"/>
              </a:ext>
            </a:extLst>
          </p:cNvPr>
          <p:cNvSpPr txBox="1"/>
          <p:nvPr/>
        </p:nvSpPr>
        <p:spPr>
          <a:xfrm>
            <a:off x="457200" y="411090"/>
            <a:ext cx="66781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Repository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A683483-9C0C-976A-5C6E-296A29EDAF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24" y="1057793"/>
            <a:ext cx="1056126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54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37BB0A-C3A3-5A15-E820-366A639E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07FA4BC-C3F8-EB83-0520-F380A469E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1A1EE70F-C2CF-5524-D190-354D1A7923FC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32CC7-8250-37FE-6C66-F1331CFBC8FC}"/>
              </a:ext>
            </a:extLst>
          </p:cNvPr>
          <p:cNvSpPr txBox="1"/>
          <p:nvPr/>
        </p:nvSpPr>
        <p:spPr>
          <a:xfrm>
            <a:off x="457200" y="411090"/>
            <a:ext cx="66781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Repository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B2CA81D8-855E-5002-C000-CF2C20F297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43" y="934310"/>
            <a:ext cx="10713592" cy="557106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D71937DB-B6D9-E024-C0E4-E3FB464F2674}"/>
              </a:ext>
            </a:extLst>
          </p:cNvPr>
          <p:cNvSpPr/>
          <p:nvPr/>
        </p:nvSpPr>
        <p:spPr>
          <a:xfrm rot="16973364">
            <a:off x="5559878" y="2443399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921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046D9-0EC7-3A0B-6096-AF1893FF3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CD57B9A-1F2A-145F-E465-08A736BCF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996A7CA1-24B7-1B5C-71C2-12652A3E68CB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93903-EDD6-400B-B115-37D01195994D}"/>
              </a:ext>
            </a:extLst>
          </p:cNvPr>
          <p:cNvSpPr txBox="1"/>
          <p:nvPr/>
        </p:nvSpPr>
        <p:spPr>
          <a:xfrm>
            <a:off x="457200" y="411090"/>
            <a:ext cx="66781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Repository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21E2A2-1250-5499-1B4B-867D4C8B7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48" y="1057793"/>
            <a:ext cx="10194560" cy="541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983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82DD3-2636-DE29-6041-A0E60AC46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1ADACFC-68C0-8A3B-5D21-063DF351E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98B2A5A7-EB24-DC0D-9002-2AC9993A6445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36F22-80AA-7F9F-1477-718042DEB1F5}"/>
              </a:ext>
            </a:extLst>
          </p:cNvPr>
          <p:cNvSpPr txBox="1"/>
          <p:nvPr/>
        </p:nvSpPr>
        <p:spPr>
          <a:xfrm>
            <a:off x="457199" y="411090"/>
            <a:ext cx="82520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directory and file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FBC26029-E317-5E4A-93EA-699A50E224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11" y="1057792"/>
            <a:ext cx="10196545" cy="542876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45A19422-2B4E-AF60-8E79-52840D035489}"/>
              </a:ext>
            </a:extLst>
          </p:cNvPr>
          <p:cNvSpPr/>
          <p:nvPr/>
        </p:nvSpPr>
        <p:spPr>
          <a:xfrm rot="16973364">
            <a:off x="4765398" y="3612632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114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E848E-2455-3DC9-F98E-25CBEE36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8D39665-B066-DC0C-1DED-AD1C7CE1F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57793"/>
            <a:ext cx="10905066" cy="48800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EF9420-6BC1-94DA-436F-ADF8A4FA5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FD8575A0-E95B-82D5-0D87-1CC18982399C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4C8E5D-488E-E2D6-6910-DECD22D6FF59}"/>
              </a:ext>
            </a:extLst>
          </p:cNvPr>
          <p:cNvSpPr txBox="1"/>
          <p:nvPr/>
        </p:nvSpPr>
        <p:spPr>
          <a:xfrm>
            <a:off x="457199" y="411090"/>
            <a:ext cx="82520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directory and file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084B691-8CA2-C2AC-92CC-267BFFDBAB2E}"/>
              </a:ext>
            </a:extLst>
          </p:cNvPr>
          <p:cNvSpPr/>
          <p:nvPr/>
        </p:nvSpPr>
        <p:spPr>
          <a:xfrm rot="14885169">
            <a:off x="1923614" y="2248528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606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9C20C-B952-B675-3347-45F4BE6A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E1C11C4-0311-4D09-FEE9-5EC64E877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E2543195-36EB-5C86-0645-C047EE8A1D9B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958E10-0D11-1169-F0D8-DC23CAD833C8}"/>
              </a:ext>
            </a:extLst>
          </p:cNvPr>
          <p:cNvSpPr txBox="1"/>
          <p:nvPr/>
        </p:nvSpPr>
        <p:spPr>
          <a:xfrm>
            <a:off x="457199" y="411090"/>
            <a:ext cx="82520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directory and file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03C089D9-0125-E1E8-4BF6-CA9053C0E7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02" y="979095"/>
            <a:ext cx="1041321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7010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C6299-1ECB-BF53-A4A9-89C4D52E4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7504B4B-60D3-D90C-72D6-A35D11233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738AB8A-C1F8-63B0-FC80-110B4EB6A8A4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81F7E-442A-9A41-5FE6-D83792552BE4}"/>
              </a:ext>
            </a:extLst>
          </p:cNvPr>
          <p:cNvSpPr txBox="1"/>
          <p:nvPr/>
        </p:nvSpPr>
        <p:spPr>
          <a:xfrm>
            <a:off x="457199" y="411090"/>
            <a:ext cx="82520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2: Create a directory and file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E5E34D3F-9E4F-DC7A-AF16-69C644DA8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24" y="975533"/>
            <a:ext cx="10175462" cy="557106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827508B-41F9-FD11-CE6C-986101F3044C}"/>
              </a:ext>
            </a:extLst>
          </p:cNvPr>
          <p:cNvSpPr/>
          <p:nvPr/>
        </p:nvSpPr>
        <p:spPr>
          <a:xfrm rot="14885169">
            <a:off x="9851069" y="2743205"/>
            <a:ext cx="2113613" cy="5846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721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D0428-CCC4-C157-79BB-2E23F2F0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98C2E05-7181-FCB0-4E71-E281DB51F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F40584F-58A4-CB1F-9EF6-D99C16584B01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2321F-6DF0-98CA-B1A8-CFC79C8AE9D3}"/>
              </a:ext>
            </a:extLst>
          </p:cNvPr>
          <p:cNvSpPr txBox="1"/>
          <p:nvPr/>
        </p:nvSpPr>
        <p:spPr>
          <a:xfrm>
            <a:off x="457199" y="411090"/>
            <a:ext cx="88986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 Activity 3: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6CE7B-DD00-DEC1-366A-9EA35C7BCEFF}"/>
              </a:ext>
            </a:extLst>
          </p:cNvPr>
          <p:cNvSpPr txBox="1"/>
          <p:nvPr/>
        </p:nvSpPr>
        <p:spPr>
          <a:xfrm>
            <a:off x="457199" y="1572020"/>
            <a:ext cx="1150285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400" dirty="0"/>
          </a:p>
          <a:p>
            <a:r>
              <a:rPr lang="en-US" sz="4400" dirty="0"/>
              <a:t>Go to: </a:t>
            </a:r>
          </a:p>
          <a:p>
            <a:endParaRPr lang="en-US" sz="4400" dirty="0"/>
          </a:p>
          <a:p>
            <a:r>
              <a:rPr lang="en-US" sz="44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github.com/mitchellxh/git-workshop-1</a:t>
            </a:r>
            <a:endParaRPr lang="en-US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081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1815</TotalTime>
  <Words>1037</Words>
  <Application>Microsoft Macintosh PowerPoint</Application>
  <PresentationFormat>Widescreen</PresentationFormat>
  <Paragraphs>302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Aptos</vt:lpstr>
      <vt:lpstr>Aptos Display</vt:lpstr>
      <vt:lpstr>Aptos Narrow</vt:lpstr>
      <vt:lpstr>Arial</vt:lpstr>
      <vt:lpstr>Cambria Math</vt:lpstr>
      <vt:lpstr>Courier New</vt:lpstr>
      <vt:lpstr>Gautami</vt:lpstr>
      <vt:lpstr>Microsoft Sans Serif</vt:lpstr>
      <vt:lpstr>Segoe UI</vt:lpstr>
      <vt:lpstr>Yale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 Horn</dc:creator>
  <cp:lastModifiedBy>Horn, Mitchell Jacob</cp:lastModifiedBy>
  <cp:revision>393</cp:revision>
  <dcterms:created xsi:type="dcterms:W3CDTF">2025-11-21T13:02:40Z</dcterms:created>
  <dcterms:modified xsi:type="dcterms:W3CDTF">2026-02-19T02:02:30Z</dcterms:modified>
</cp:coreProperties>
</file>